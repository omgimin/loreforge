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9ae83e3b0f41b4" /><Relationship Type="http://schemas.openxmlformats.org/officeDocument/2006/relationships/extended-properties" Target="/docProps/app.xml" Id="Rdbe98677c8e04c3c" /><Relationship Type="http://schemas.openxmlformats.org/officeDocument/2006/relationships/officeDocument" Target="/ppt/presentation.xml" Id="R8fdc5b37e1a4489e" /></Relationships>
</file>

<file path=ppt/presentation.xml><?xml version="1.0" encoding="utf-8"?>
<p:presentation xmlns:p="http://schemas.openxmlformats.org/presentationml/2006/main">
  <p:sldMasterIdLst>
    <p:sldMasterId xmlns:r="http://schemas.openxmlformats.org/officeDocument/2006/relationships" id="2147483648" r:id="R9c01d452429f4ce0"/>
  </p:sldMasterIdLst>
  <p:notesMasterIdLst>
    <p:notesMasterId xmlns:r="http://schemas.openxmlformats.org/officeDocument/2006/relationships" r:id="Rc16557f31ee74ef6"/>
  </p:notesMasterIdLst>
  <p:sldIdLst>
    <p:sldId xmlns:r="http://schemas.openxmlformats.org/officeDocument/2006/relationships" id="256" r:id="R50ceab587a0640f7"/>
    <p:sldId xmlns:r="http://schemas.openxmlformats.org/officeDocument/2006/relationships" id="257" r:id="Rf5847b10c21c4efc"/>
    <p:sldId xmlns:r="http://schemas.openxmlformats.org/officeDocument/2006/relationships" id="258" r:id="Rb284e0ebea144d3d"/>
    <p:sldId xmlns:r="http://schemas.openxmlformats.org/officeDocument/2006/relationships" id="259" r:id="Rff4726100e0d4005"/>
    <p:sldId xmlns:r="http://schemas.openxmlformats.org/officeDocument/2006/relationships" id="260" r:id="R803fc95c79dd4d6e"/>
    <p:sldId xmlns:r="http://schemas.openxmlformats.org/officeDocument/2006/relationships" id="261" r:id="R000434bf754c4e51"/>
    <p:sldId xmlns:r="http://schemas.openxmlformats.org/officeDocument/2006/relationships" id="262" r:id="R86be2f3d2962429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f0638b8ae074e7d" /><Relationship Type="http://schemas.openxmlformats.org/officeDocument/2006/relationships/slideMaster" Target="/ppt/slideMasters/slideMaster1.xml" Id="R9c01d452429f4ce0" /><Relationship Type="http://schemas.openxmlformats.org/officeDocument/2006/relationships/notesMaster" Target="/ppt/notesMasters/notesMaster1.xml" Id="Rc16557f31ee74ef6" /><Relationship Type="http://schemas.openxmlformats.org/officeDocument/2006/relationships/presProps" Target="/ppt/presProps.xml" Id="R675eeca1145e4273" /><Relationship Type="http://schemas.openxmlformats.org/officeDocument/2006/relationships/tableStyles" Target="/ppt/tableStyles.xml" Id="R194e5c4d2aea4718" /><Relationship Type="http://schemas.openxmlformats.org/officeDocument/2006/relationships/slide" Target="/ppt/slides/slide1.xml" Id="R50ceab587a0640f7" /><Relationship Type="http://schemas.openxmlformats.org/officeDocument/2006/relationships/slide" Target="/ppt/slides/slide2.xml" Id="Rf5847b10c21c4efc" /><Relationship Type="http://schemas.openxmlformats.org/officeDocument/2006/relationships/slide" Target="/ppt/slides/slide3.xml" Id="Rb284e0ebea144d3d" /><Relationship Type="http://schemas.openxmlformats.org/officeDocument/2006/relationships/slide" Target="/ppt/slides/slide4.xml" Id="Rff4726100e0d4005" /><Relationship Type="http://schemas.openxmlformats.org/officeDocument/2006/relationships/slide" Target="/ppt/slides/slide5.xml" Id="R803fc95c79dd4d6e" /><Relationship Type="http://schemas.openxmlformats.org/officeDocument/2006/relationships/slide" Target="/ppt/slides/slide6.xml" Id="R000434bf754c4e51" /><Relationship Type="http://schemas.openxmlformats.org/officeDocument/2006/relationships/slide" Target="/ppt/slides/slide7.xml" Id="R86be2f3d2962429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047204f7af47c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e6efc383fd4381" /><Relationship Type="http://schemas.openxmlformats.org/officeDocument/2006/relationships/notesMaster" Target="/ppt/notesMasters/notesMaster1.xml" Id="R42ddc51e57c248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8341edb69c4984" /><Relationship Type="http://schemas.openxmlformats.org/officeDocument/2006/relationships/notesMaster" Target="/ppt/notesMasters/notesMaster1.xml" Id="R3626f6e0758246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f7e7610ee24fde" /><Relationship Type="http://schemas.openxmlformats.org/officeDocument/2006/relationships/notesMaster" Target="/ppt/notesMasters/notesMaster1.xml" Id="R3ab5ec06b8f04b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177cc6a6a441a7" /><Relationship Type="http://schemas.openxmlformats.org/officeDocument/2006/relationships/notesMaster" Target="/ppt/notesMasters/notesMaster1.xml" Id="Ra1c8d19c7c4346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9d7b7d8c7884a43" /><Relationship Type="http://schemas.openxmlformats.org/officeDocument/2006/relationships/notesMaster" Target="/ppt/notesMasters/notesMaster1.xml" Id="R0f7a8a1ae7144f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a7dd58fade44e53" /><Relationship Type="http://schemas.openxmlformats.org/officeDocument/2006/relationships/notesMaster" Target="/ppt/notesMasters/notesMaster1.xml" Id="R18a4b1c5821e40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6d63b8815c4bd7" /><Relationship Type="http://schemas.openxmlformats.org/officeDocument/2006/relationships/notesMaster" Target="/ppt/notesMasters/notesMaster1.xml" Id="Re45719e76ca94f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20초]</a:t>
            </a:r>
          </a:p>
          <a:p xmlns:a="http://schemas.openxmlformats.org/drawingml/2006/main">
            <a:r>
              <a:t>안녕하세요. SKALA 4기 광주캠퍼스 G074 김지민입니다. 과제 2로 세계관 창작과 설정 검토를 돕는 웹 서비스, 설정공방 LoreForge를 만들었습니다. 아이디어를 이야기로 확장하고, 충돌이 의심되는 부분은 원문 근거로 확인하는 서비스입니다.</a:t>
            </a:r>
          </a:p>
          <a:p xmlns:a="http://schemas.openxmlformats.org/drawingml/2006/main">
            <a:r>
              <a:t/>
            </a:r>
          </a:p>
          <a:p xmlns:a="http://schemas.openxmlformats.org/drawingml/2006/main">
            <a:r>
              <a:t>코드·자료 근거: README.md의 주제·목표.</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45초]</a:t>
            </a:r>
          </a:p>
          <a:p xmlns:a="http://schemas.openxmlformats.org/drawingml/2006/main">
            <a:r>
              <a:t>이야기를 만들다 보면 인물과 사건이 늘어나면서, 앞의 설정과 뒤의 장면이 충돌하는지 확인하기 어려워집니다. 이를 세 가지 태스크로 나눴습니다. 첫째, 키워드와 유지 조건으로 초안을 만들고 검토합니다. 둘째, 이미 있는 원고는 다시 쓰지 않고 문제 위치와 이유부터 보여줍니다. 셋째, 관계도에서 연결과 근거를 확인하고, 채택한 최종본을 기준으로 이어씁니다. 생성과 검토를 별도 탭으로 나눈 이유도, 긴 글 전체를 매번 다시 읽는 부담을 줄이기 위해서입니다.</a:t>
            </a:r>
          </a:p>
          <a:p xmlns:a="http://schemas.openxmlformats.org/drawingml/2006/main">
            <a:r>
              <a:t/>
            </a:r>
          </a:p>
          <a:p xmlns:a="http://schemas.openxmlformats.org/drawingml/2006/main">
            <a:r>
              <a:t>코드·자료 근거: README.md 주요 task 및 사용 흐름, backend/workflow.py.</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[01:05–02:00 / 55초]</a:t>
            </a:r>
          </a:p>
          <a:p xmlns:a="http://schemas.openxmlformats.org/drawingml/2006/main">
            <a:r>
              <a:t>오른쪽은 공개 가상 원고를 실제 API로 검토한 저장 결과입니다. 하나뿐인 열쇠를 두 사람이 같은 시각, 서로 다른 장소에서 가지고 있다는 내용을 내부 모순으로 지적하고, 원문 두 문단을 연결했습니다. 키워드 생성과 한 번의 수정, 채택 후 이어쓰기까지도 실제 흐름을 확인했습니다. 최근에는 정상 예외 여섯 건과 실제 문제 네 건을 묶은 회귀 검사를 모두 통과했습니다. 자동 검사는 Python 105개와 프런트엔드 17개, 타입 검사와 빌드까지 통과했습니다. 다만 이 수치가 모든 원고의 정확성을 보장하는 것은 아닙니다. 이제 이를 제어하는 코드를 설명하겠습니다.</a:t>
            </a:r>
          </a:p>
          <a:p xmlns:a="http://schemas.openxmlformats.org/drawingml/2006/main">
            <a:r>
              <a:t/>
            </a:r>
          </a:p>
          <a:p xmlns:a="http://schemas.openxmlformats.org/drawingml/2006/main">
            <a:r>
              <a:t>코드·자료 근거: docs/images/review-findings.jpg 및 README.md. 화면은 2026-10-20 v5의 저장 결과, 회귀 10건은 2026-10-21 v8 검증으로 별개다. docs/RESULTS.md.</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[02:00–03:00 / 60초]</a:t>
            </a:r>
          </a:p>
          <a:p xmlns:a="http://schemas.openxmlformats.org/drawingml/2006/main">
            <a:r>
              <a:t>설정 분석은 그래프 전에 수행하고, 분석 결과와 사용자 조건을 실행 상태에 넣습니다. LangGraph에는 생성, 검토, 수정, 종료 노드를 등록했습니다. 생성 모드는 초안 생성부터, 원문 검토 모드는 검토 노드부터 시작합니다. 오른쪽 조건부 연결의 route 함수가 핵심입니다. 생성 모드이고, 아직 수정본이 없으며, 의도 확인 질문이 아닌 미해결 문제가 있을 때만 수정으로 갑니다. 수정본은 다시 검토하지만 두 번째 수정은 하지 않습니다. 문제가 남으면 확인 필요 상태로 종료합니다. 역할별 프롬프트를 나눈 순차 구조이고, 자율 토론 구조는 아닙니다. 분석을 포함해 정상 최대 다섯 번, 재시도까지 최대 여섯 번으로 제한했습니다.</a:t>
            </a:r>
          </a:p>
          <a:p xmlns:a="http://schemas.openxmlformats.org/drawingml/2006/main">
            <a:r>
              <a:t/>
            </a:r>
          </a:p>
          <a:p xmlns:a="http://schemas.openxmlformats.org/drawingml/2006/main">
            <a:r>
              <a:t>코드·자료 근거: backend/workflow.py:37–96, route 71–76; backend/provider.py:158–186. 코드 일부 발췌·줄바꿈. 분석은 backend/main.py의 analyze API.</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코드·자료 근거: backend/mcp_client.py:7–19, backend/mcp_server.py:10–26, backend/workflow.py:23–35. 코드 발췌·줄바꿈.</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[03:45–04:20 / 35초]</a:t>
            </a:r>
          </a:p>
          <a:p xmlns:a="http://schemas.openxmlformats.org/drawingml/2006/main">
            <a:r>
              <a:t>RAG는 이번 MVP에 구현하지 않았습니다. 현재는 입력, 조건, 채택한 설정 등을 합친 기준을 이만 자 이내로 제한하고 전체를 전달합니다. MCP도 벡터 검색이 아니라 지정한 문단을 재조회합니다. 짧은 설정에서는 다른 곳의 예외까지 함께 확인하는 것이 중요하다고 봤습니다. 긴 원고를 지원할 때는 검색을 추가하되, 관련 문장만 가져오면서 예외를 놓치지 않는지 함께 평가할 계획입니다.</a:t>
            </a:r>
          </a:p>
          <a:p xmlns:a="http://schemas.openxmlformats.org/drawingml/2006/main">
            <a:r>
              <a:t/>
            </a:r>
          </a:p>
          <a:p xmlns:a="http://schemas.openxmlformats.org/drawingml/2006/main">
            <a:r>
              <a:t>코드·자료 근거: backend/main.py:234–245, backend/workflow.py:23–32, README.md RAG 적용 범위. context 객체는 실제 코드의 줄바꿈 발췌이며 검색 코드는 아직 없다.</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[04:20–04:45 / 25초]</a:t>
            </a:r>
          </a:p>
          <a:p xmlns:a="http://schemas.openxmlformats.org/drawingml/2006/main">
            <a:r>
              <a:t>마지막으로 일반 후보 목록과 특정 회차의 예외를 모순으로 잡는 오탐을 보완했습니다. 비교 전에 회차와 시점, 조건, 확정 여부를 구분하도록 했고, 실제 위반 사례도 함께 검사했습니다. 최종 판단은 창작자에게 남깁니다. 저는 요구사항과 결과를 판단하고, AI 코딩 에이전트의 구현·검증 지원을 받았습니다. 감사합니다.</a:t>
            </a:r>
          </a:p>
          <a:p xmlns:a="http://schemas.openxmlformats.org/drawingml/2006/main">
            <a:r>
              <a:t/>
            </a:r>
          </a:p>
          <a:p xmlns:a="http://schemas.openxmlformats.org/drawingml/2006/main">
            <a:r>
              <a:t>코드·자료 근거: backend/provider.py:9–26, fixtures/review_counterevidence.json, docs/RESULTS.md. 화면 문장은 지침의 일부 발췌·줄바꿈.</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2091720bf843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36920911fb94f1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287662c6ff4c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f09c6af4a71458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ceb8c8921b44ac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a1817eb720445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013b884469445d" /><Relationship Type="http://schemas.openxmlformats.org/officeDocument/2006/relationships/slideLayout" Target="/ppt/slideLayouts/slideLayout1.xml" Id="Rde20117d7a644ad4" /><Relationship Type="http://schemas.openxmlformats.org/officeDocument/2006/relationships/slideLayout" Target="/ppt/slideLayouts/slideLayout2.xml" Id="R50f315d1118249b3" /><Relationship Type="http://schemas.openxmlformats.org/officeDocument/2006/relationships/slideLayout" Target="/ppt/slideLayouts/slideLayout3.xml" Id="R69d2b46d20ae487b" /><Relationship Type="http://schemas.openxmlformats.org/officeDocument/2006/relationships/slideLayout" Target="/ppt/slideLayouts/slideLayout4.xml" Id="Rb068dfd5a5df457d" /><Relationship Type="http://schemas.openxmlformats.org/officeDocument/2006/relationships/slideLayout" Target="/ppt/slideLayouts/slideLayout5.xml" Id="R6b2dd87f31414395" /><Relationship Type="http://schemas.openxmlformats.org/officeDocument/2006/relationships/slideLayout" Target="/ppt/slideLayouts/slideLayout6.xml" Id="Re5ee03b5760149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20117d7a644ad4"/>
    <p:sldLayoutId xmlns:r="http://schemas.openxmlformats.org/officeDocument/2006/relationships" id="2147483650" r:id="R50f315d1118249b3"/>
    <p:sldLayoutId xmlns:r="http://schemas.openxmlformats.org/officeDocument/2006/relationships" id="2147483651" r:id="R69d2b46d20ae487b"/>
    <p:sldLayoutId xmlns:r="http://schemas.openxmlformats.org/officeDocument/2006/relationships" id="2147483652" r:id="Rb068dfd5a5df457d"/>
    <p:sldLayoutId xmlns:r="http://schemas.openxmlformats.org/officeDocument/2006/relationships" id="2147483653" r:id="R6b2dd87f31414395"/>
    <p:sldLayoutId xmlns:r="http://schemas.openxmlformats.org/officeDocument/2006/relationships" id="2147483654" r:id="Re5ee03b5760149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3498fc952b34d98" /><Relationship Type="http://schemas.openxmlformats.org/officeDocument/2006/relationships/notesSlide" Target="/ppt/notesSlides/notesSlide1.xml" Id="Rdee4f558ba6d49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9001311fd04f6b" /><Relationship Type="http://schemas.openxmlformats.org/officeDocument/2006/relationships/notesSlide" Target="/ppt/notesSlides/notesSlide2.xml" Id="Re97cedecaf5348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5a1aa646ad444b0" /><Relationship Type="http://schemas.openxmlformats.org/officeDocument/2006/relationships/image" Target="/ppt/media/image.jpeg" Id="R60523f419f1f4ee5" /><Relationship Type="http://schemas.openxmlformats.org/officeDocument/2006/relationships/notesSlide" Target="/ppt/notesSlides/notesSlide3.xml" Id="R37facd9f87a844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5d5040bf87046f6" /><Relationship Type="http://schemas.openxmlformats.org/officeDocument/2006/relationships/notesSlide" Target="/ppt/notesSlides/notesSlide4.xml" Id="R0a02807a463e46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8b0e23a74754d52" /><Relationship Type="http://schemas.openxmlformats.org/officeDocument/2006/relationships/notesSlide" Target="/ppt/notesSlides/notesSlide5.xml" Id="R3577bc8b324e4d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611ea73c57f40f3" /><Relationship Type="http://schemas.openxmlformats.org/officeDocument/2006/relationships/notesSlide" Target="/ppt/notesSlides/notesSlide6.xml" Id="R24352bf1d685442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32d16a129644a2e" /><Relationship Type="http://schemas.openxmlformats.org/officeDocument/2006/relationships/notesSlide" Target="/ppt/notesSlides/notesSlide7.xml" Id="R1ee0783d9e0a4624"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723900" y="11144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750" b="0">
                <a:solidFill>
                  <a:srgbClr val="D6E6F3"/>
                </a:solidFill>
                <a:latin typeface="Apple SD Gothic Neo"/>
                <a:ea typeface="Apple SD Gothic Neo"/>
                <a:cs typeface="Apple SD Gothic Neo"/>
              </a:defRPr>
            </a:defPPr>
            <a:lvl1pPr>
              <a:defRPr sz="3750" b="0">
                <a:solidFill>
                  <a:srgbClr val="D6E6F3"/>
                </a:solidFill>
                <a:latin typeface="Apple SD Gothic Neo"/>
                <a:ea typeface="Apple SD Gothic Neo"/>
                <a:cs typeface="Apple SD Gothic Neo"/>
              </a:defRPr>
            </a:lvl1pPr>
            <a:lvl2pPr>
              <a:defRPr sz="3750" b="0">
                <a:solidFill>
                  <a:srgbClr val="D6E6F3"/>
                </a:solidFill>
                <a:latin typeface="Apple SD Gothic Neo"/>
                <a:ea typeface="Apple SD Gothic Neo"/>
                <a:cs typeface="Apple SD Gothic Neo"/>
              </a:defRPr>
            </a:lvl2pPr>
            <a:lvl3pPr>
              <a:defRPr sz="3750" b="0">
                <a:solidFill>
                  <a:srgbClr val="D6E6F3"/>
                </a:solidFill>
                <a:latin typeface="Apple SD Gothic Neo"/>
                <a:ea typeface="Apple SD Gothic Neo"/>
                <a:cs typeface="Apple SD Gothic Neo"/>
              </a:defRPr>
            </a:lvl3pPr>
            <a:lvl4pPr>
              <a:defRPr sz="3750" b="0">
                <a:solidFill>
                  <a:srgbClr val="D6E6F3"/>
                </a:solidFill>
                <a:latin typeface="Apple SD Gothic Neo"/>
                <a:ea typeface="Apple SD Gothic Neo"/>
                <a:cs typeface="Apple SD Gothic Neo"/>
              </a:defRPr>
            </a:lvl4pPr>
            <a:lvl5pPr>
              <a:defRPr sz="3750" b="0">
                <a:solidFill>
                  <a:srgbClr val="D6E6F3"/>
                </a:solidFill>
                <a:latin typeface="Apple SD Gothic Neo"/>
                <a:ea typeface="Apple SD Gothic Neo"/>
                <a:cs typeface="Apple SD Gothic Neo"/>
              </a:defRPr>
            </a:lvl5pPr>
            <a:lvl6pPr>
              <a:defRPr sz="3750" b="0">
                <a:solidFill>
                  <a:srgbClr val="D6E6F3"/>
                </a:solidFill>
                <a:latin typeface="Apple SD Gothic Neo"/>
                <a:ea typeface="Apple SD Gothic Neo"/>
                <a:cs typeface="Apple SD Gothic Neo"/>
              </a:defRPr>
            </a:lvl6pPr>
            <a:lvl7pPr>
              <a:defRPr sz="3750" b="0">
                <a:solidFill>
                  <a:srgbClr val="D6E6F3"/>
                </a:solidFill>
                <a:latin typeface="Apple SD Gothic Neo"/>
                <a:ea typeface="Apple SD Gothic Neo"/>
                <a:cs typeface="Apple SD Gothic Neo"/>
              </a:defRPr>
            </a:lvl7pPr>
            <a:lvl8pPr>
              <a:defRPr sz="3750" b="0">
                <a:solidFill>
                  <a:srgbClr val="D6E6F3"/>
                </a:solidFill>
                <a:latin typeface="Apple SD Gothic Neo"/>
                <a:ea typeface="Apple SD Gothic Neo"/>
                <a:cs typeface="Apple SD Gothic Neo"/>
              </a:defRPr>
            </a:lvl8pPr>
            <a:lvl9pPr>
              <a:defRPr sz="3750" b="0">
                <a:solidFill>
                  <a:srgbClr val="D6E6F3"/>
                </a:solidFill>
                <a:latin typeface="Apple SD Gothic Neo"/>
                <a:ea typeface="Apple SD Gothic Neo"/>
                <a:cs typeface="Apple SD Gothic Neo"/>
              </a:defRPr>
            </a:lvl9pPr>
          </a:lstStyle>
          <a:p xmlns:a="http://schemas.openxmlformats.org/drawingml/2006/main">
            <a:pPr>
              <a:defRPr sz="3750" b="0">
                <a:solidFill>
                  <a:srgbClr val="D6E6F3"/>
                </a:solidFill>
                <a:latin typeface="Apple SD Gothic Neo"/>
                <a:ea typeface="Apple SD Gothic Neo"/>
                <a:cs typeface="Apple SD Gothic Neo"/>
              </a:defRPr>
            </a:pPr>
            <a:r>
              <a:rPr sz="3750" b="0">
                <a:solidFill>
                  <a:srgbClr val="D6E6F3"/>
                </a:solidFill>
                <a:latin typeface="Apple SD Gothic Neo"/>
                <a:ea typeface="Apple SD Gothic Neo"/>
                <a:cs typeface="Apple SD Gothic Neo"/>
              </a:rPr>
              <a:t>설정공방</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85800" y="19240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0" b="1">
                <a:solidFill>
                  <a:srgbClr val="FFFFFF"/>
                </a:solidFill>
                <a:latin typeface="Apple SD Gothic Neo"/>
                <a:ea typeface="Apple SD Gothic Neo"/>
                <a:cs typeface="Apple SD Gothic Neo"/>
              </a:defRPr>
            </a:defPPr>
            <a:lvl1pPr>
              <a:defRPr sz="6750" b="1">
                <a:solidFill>
                  <a:srgbClr val="FFFFFF"/>
                </a:solidFill>
                <a:latin typeface="Apple SD Gothic Neo"/>
                <a:ea typeface="Apple SD Gothic Neo"/>
                <a:cs typeface="Apple SD Gothic Neo"/>
              </a:defRPr>
            </a:lvl1pPr>
            <a:lvl2pPr>
              <a:defRPr sz="6750" b="1">
                <a:solidFill>
                  <a:srgbClr val="FFFFFF"/>
                </a:solidFill>
                <a:latin typeface="Apple SD Gothic Neo"/>
                <a:ea typeface="Apple SD Gothic Neo"/>
                <a:cs typeface="Apple SD Gothic Neo"/>
              </a:defRPr>
            </a:lvl2pPr>
            <a:lvl3pPr>
              <a:defRPr sz="6750" b="1">
                <a:solidFill>
                  <a:srgbClr val="FFFFFF"/>
                </a:solidFill>
                <a:latin typeface="Apple SD Gothic Neo"/>
                <a:ea typeface="Apple SD Gothic Neo"/>
                <a:cs typeface="Apple SD Gothic Neo"/>
              </a:defRPr>
            </a:lvl3pPr>
            <a:lvl4pPr>
              <a:defRPr sz="6750" b="1">
                <a:solidFill>
                  <a:srgbClr val="FFFFFF"/>
                </a:solidFill>
                <a:latin typeface="Apple SD Gothic Neo"/>
                <a:ea typeface="Apple SD Gothic Neo"/>
                <a:cs typeface="Apple SD Gothic Neo"/>
              </a:defRPr>
            </a:lvl4pPr>
            <a:lvl5pPr>
              <a:defRPr sz="6750" b="1">
                <a:solidFill>
                  <a:srgbClr val="FFFFFF"/>
                </a:solidFill>
                <a:latin typeface="Apple SD Gothic Neo"/>
                <a:ea typeface="Apple SD Gothic Neo"/>
                <a:cs typeface="Apple SD Gothic Neo"/>
              </a:defRPr>
            </a:lvl5pPr>
            <a:lvl6pPr>
              <a:defRPr sz="6750" b="1">
                <a:solidFill>
                  <a:srgbClr val="FFFFFF"/>
                </a:solidFill>
                <a:latin typeface="Apple SD Gothic Neo"/>
                <a:ea typeface="Apple SD Gothic Neo"/>
                <a:cs typeface="Apple SD Gothic Neo"/>
              </a:defRPr>
            </a:lvl6pPr>
            <a:lvl7pPr>
              <a:defRPr sz="6750" b="1">
                <a:solidFill>
                  <a:srgbClr val="FFFFFF"/>
                </a:solidFill>
                <a:latin typeface="Apple SD Gothic Neo"/>
                <a:ea typeface="Apple SD Gothic Neo"/>
                <a:cs typeface="Apple SD Gothic Neo"/>
              </a:defRPr>
            </a:lvl7pPr>
            <a:lvl8pPr>
              <a:defRPr sz="6750" b="1">
                <a:solidFill>
                  <a:srgbClr val="FFFFFF"/>
                </a:solidFill>
                <a:latin typeface="Apple SD Gothic Neo"/>
                <a:ea typeface="Apple SD Gothic Neo"/>
                <a:cs typeface="Apple SD Gothic Neo"/>
              </a:defRPr>
            </a:lvl8pPr>
            <a:lvl9pPr>
              <a:defRPr sz="6750" b="1">
                <a:solidFill>
                  <a:srgbClr val="FFFFFF"/>
                </a:solidFill>
                <a:latin typeface="Apple SD Gothic Neo"/>
                <a:ea typeface="Apple SD Gothic Neo"/>
                <a:cs typeface="Apple SD Gothic Neo"/>
              </a:defRPr>
            </a:lvl9pPr>
          </a:lstStyle>
          <a:p xmlns:a="http://schemas.openxmlformats.org/drawingml/2006/main">
            <a:pPr>
              <a:defRPr sz="6750" b="1">
                <a:solidFill>
                  <a:srgbClr val="FFFFFF"/>
                </a:solidFill>
                <a:latin typeface="Apple SD Gothic Neo"/>
                <a:ea typeface="Apple SD Gothic Neo"/>
                <a:cs typeface="Apple SD Gothic Neo"/>
              </a:defRPr>
            </a:pPr>
            <a:r>
              <a:rPr sz="6750" b="1">
                <a:solidFill>
                  <a:srgbClr val="FFFFFF"/>
                </a:solidFill>
                <a:latin typeface="Apple SD Gothic Neo"/>
                <a:ea typeface="Apple SD Gothic Neo"/>
                <a:cs typeface="Apple SD Gothic Neo"/>
              </a:rPr>
              <a:t>LoreForge</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742950" y="33718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A6C5D7"/>
                </a:solidFill>
                <a:latin typeface="Apple SD Gothic Neo"/>
                <a:ea typeface="Apple SD Gothic Neo"/>
                <a:cs typeface="Apple SD Gothic Neo"/>
              </a:defRPr>
            </a:defPPr>
            <a:lvl1pPr>
              <a:defRPr sz="2250" b="0">
                <a:solidFill>
                  <a:srgbClr val="A6C5D7"/>
                </a:solidFill>
                <a:latin typeface="Apple SD Gothic Neo"/>
                <a:ea typeface="Apple SD Gothic Neo"/>
                <a:cs typeface="Apple SD Gothic Neo"/>
              </a:defRPr>
            </a:lvl1pPr>
            <a:lvl2pPr>
              <a:defRPr sz="2250" b="0">
                <a:solidFill>
                  <a:srgbClr val="A6C5D7"/>
                </a:solidFill>
                <a:latin typeface="Apple SD Gothic Neo"/>
                <a:ea typeface="Apple SD Gothic Neo"/>
                <a:cs typeface="Apple SD Gothic Neo"/>
              </a:defRPr>
            </a:lvl2pPr>
            <a:lvl3pPr>
              <a:defRPr sz="2250" b="0">
                <a:solidFill>
                  <a:srgbClr val="A6C5D7"/>
                </a:solidFill>
                <a:latin typeface="Apple SD Gothic Neo"/>
                <a:ea typeface="Apple SD Gothic Neo"/>
                <a:cs typeface="Apple SD Gothic Neo"/>
              </a:defRPr>
            </a:lvl3pPr>
            <a:lvl4pPr>
              <a:defRPr sz="2250" b="0">
                <a:solidFill>
                  <a:srgbClr val="A6C5D7"/>
                </a:solidFill>
                <a:latin typeface="Apple SD Gothic Neo"/>
                <a:ea typeface="Apple SD Gothic Neo"/>
                <a:cs typeface="Apple SD Gothic Neo"/>
              </a:defRPr>
            </a:lvl4pPr>
            <a:lvl5pPr>
              <a:defRPr sz="2250" b="0">
                <a:solidFill>
                  <a:srgbClr val="A6C5D7"/>
                </a:solidFill>
                <a:latin typeface="Apple SD Gothic Neo"/>
                <a:ea typeface="Apple SD Gothic Neo"/>
                <a:cs typeface="Apple SD Gothic Neo"/>
              </a:defRPr>
            </a:lvl5pPr>
            <a:lvl6pPr>
              <a:defRPr sz="2250" b="0">
                <a:solidFill>
                  <a:srgbClr val="A6C5D7"/>
                </a:solidFill>
                <a:latin typeface="Apple SD Gothic Neo"/>
                <a:ea typeface="Apple SD Gothic Neo"/>
                <a:cs typeface="Apple SD Gothic Neo"/>
              </a:defRPr>
            </a:lvl6pPr>
            <a:lvl7pPr>
              <a:defRPr sz="2250" b="0">
                <a:solidFill>
                  <a:srgbClr val="A6C5D7"/>
                </a:solidFill>
                <a:latin typeface="Apple SD Gothic Neo"/>
                <a:ea typeface="Apple SD Gothic Neo"/>
                <a:cs typeface="Apple SD Gothic Neo"/>
              </a:defRPr>
            </a:lvl7pPr>
            <a:lvl8pPr>
              <a:defRPr sz="2250" b="0">
                <a:solidFill>
                  <a:srgbClr val="A6C5D7"/>
                </a:solidFill>
                <a:latin typeface="Apple SD Gothic Neo"/>
                <a:ea typeface="Apple SD Gothic Neo"/>
                <a:cs typeface="Apple SD Gothic Neo"/>
              </a:defRPr>
            </a:lvl8pPr>
            <a:lvl9pPr>
              <a:defRPr sz="2250" b="0">
                <a:solidFill>
                  <a:srgbClr val="A6C5D7"/>
                </a:solidFill>
                <a:latin typeface="Apple SD Gothic Neo"/>
                <a:ea typeface="Apple SD Gothic Neo"/>
                <a:cs typeface="Apple SD Gothic Neo"/>
              </a:defRPr>
            </a:lvl9pPr>
          </a:lstStyle>
          <a:p xmlns:a="http://schemas.openxmlformats.org/drawingml/2006/main">
            <a:pPr>
              <a:defRPr sz="2250" b="0">
                <a:solidFill>
                  <a:srgbClr val="A6C5D7"/>
                </a:solidFill>
                <a:latin typeface="Apple SD Gothic Neo"/>
                <a:ea typeface="Apple SD Gothic Neo"/>
                <a:cs typeface="Apple SD Gothic Neo"/>
              </a:defRPr>
            </a:pPr>
            <a:r>
              <a:rPr sz="2250" b="0">
                <a:solidFill>
                  <a:srgbClr val="A6C5D7"/>
                </a:solidFill>
                <a:latin typeface="Apple SD Gothic Neo"/>
                <a:ea typeface="Apple SD Gothic Neo"/>
                <a:cs typeface="Apple SD Gothic Neo"/>
              </a:rPr>
              <a:t>키워드로 만들고, 원문 근거로 검토하는 세계관 웹 서비스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42950" y="50577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FFFFFF"/>
                </a:solidFill>
                <a:latin typeface="Apple SD Gothic Neo"/>
                <a:ea typeface="Apple SD Gothic Neo"/>
                <a:cs typeface="Apple SD Gothic Neo"/>
              </a:defRPr>
            </a:defPPr>
            <a:lvl1pPr>
              <a:defRPr sz="2550" b="1">
                <a:solidFill>
                  <a:srgbClr val="FFFFFF"/>
                </a:solidFill>
                <a:latin typeface="Apple SD Gothic Neo"/>
                <a:ea typeface="Apple SD Gothic Neo"/>
                <a:cs typeface="Apple SD Gothic Neo"/>
              </a:defRPr>
            </a:lvl1pPr>
            <a:lvl2pPr>
              <a:defRPr sz="2550" b="1">
                <a:solidFill>
                  <a:srgbClr val="FFFFFF"/>
                </a:solidFill>
                <a:latin typeface="Apple SD Gothic Neo"/>
                <a:ea typeface="Apple SD Gothic Neo"/>
                <a:cs typeface="Apple SD Gothic Neo"/>
              </a:defRPr>
            </a:lvl2pPr>
            <a:lvl3pPr>
              <a:defRPr sz="2550" b="1">
                <a:solidFill>
                  <a:srgbClr val="FFFFFF"/>
                </a:solidFill>
                <a:latin typeface="Apple SD Gothic Neo"/>
                <a:ea typeface="Apple SD Gothic Neo"/>
                <a:cs typeface="Apple SD Gothic Neo"/>
              </a:defRPr>
            </a:lvl3pPr>
            <a:lvl4pPr>
              <a:defRPr sz="2550" b="1">
                <a:solidFill>
                  <a:srgbClr val="FFFFFF"/>
                </a:solidFill>
                <a:latin typeface="Apple SD Gothic Neo"/>
                <a:ea typeface="Apple SD Gothic Neo"/>
                <a:cs typeface="Apple SD Gothic Neo"/>
              </a:defRPr>
            </a:lvl4pPr>
            <a:lvl5pPr>
              <a:defRPr sz="2550" b="1">
                <a:solidFill>
                  <a:srgbClr val="FFFFFF"/>
                </a:solidFill>
                <a:latin typeface="Apple SD Gothic Neo"/>
                <a:ea typeface="Apple SD Gothic Neo"/>
                <a:cs typeface="Apple SD Gothic Neo"/>
              </a:defRPr>
            </a:lvl5pPr>
            <a:lvl6pPr>
              <a:defRPr sz="2550" b="1">
                <a:solidFill>
                  <a:srgbClr val="FFFFFF"/>
                </a:solidFill>
                <a:latin typeface="Apple SD Gothic Neo"/>
                <a:ea typeface="Apple SD Gothic Neo"/>
                <a:cs typeface="Apple SD Gothic Neo"/>
              </a:defRPr>
            </a:lvl6pPr>
            <a:lvl7pPr>
              <a:defRPr sz="2550" b="1">
                <a:solidFill>
                  <a:srgbClr val="FFFFFF"/>
                </a:solidFill>
                <a:latin typeface="Apple SD Gothic Neo"/>
                <a:ea typeface="Apple SD Gothic Neo"/>
                <a:cs typeface="Apple SD Gothic Neo"/>
              </a:defRPr>
            </a:lvl7pPr>
            <a:lvl8pPr>
              <a:defRPr sz="2550" b="1">
                <a:solidFill>
                  <a:srgbClr val="FFFFFF"/>
                </a:solidFill>
                <a:latin typeface="Apple SD Gothic Neo"/>
                <a:ea typeface="Apple SD Gothic Neo"/>
                <a:cs typeface="Apple SD Gothic Neo"/>
              </a:defRPr>
            </a:lvl8pPr>
            <a:lvl9pPr>
              <a:defRPr sz="2550" b="1">
                <a:solidFill>
                  <a:srgbClr val="FFFFFF"/>
                </a:solidFill>
                <a:latin typeface="Apple SD Gothic Neo"/>
                <a:ea typeface="Apple SD Gothic Neo"/>
                <a:cs typeface="Apple SD Gothic Neo"/>
              </a:defRPr>
            </a:lvl9pPr>
          </a:lstStyle>
          <a:p xmlns:a="http://schemas.openxmlformats.org/drawingml/2006/main">
            <a:pPr>
              <a:defRPr sz="2550" b="1">
                <a:solidFill>
                  <a:srgbClr val="FFFFFF"/>
                </a:solidFill>
                <a:latin typeface="Apple SD Gothic Neo"/>
                <a:ea typeface="Apple SD Gothic Neo"/>
                <a:cs typeface="Apple SD Gothic Neo"/>
              </a:defRPr>
            </a:pPr>
            <a:r>
              <a:rPr sz="2550" b="1">
                <a:solidFill>
                  <a:srgbClr val="FFFFFF"/>
                </a:solidFill>
                <a:latin typeface="Apple SD Gothic Neo"/>
                <a:ea typeface="Apple SD Gothic Neo"/>
                <a:cs typeface="Apple SD Gothic Neo"/>
              </a:rPr>
              <a:t>G074  김지민</a:t>
            </a:r>
          </a:p>
        </p:txBody>
      </p:sp>
      <p:sp>
        <p:nvSpPr>
          <p:cNvPr id="5" name="">
            <a:extLst xmlns:a="http://schemas.openxmlformats.org/drawingml/2006/main">
              <a:ext uri="{FF2B5EF4-FFF2-40B4-BE49-F238E27FC236}">
                <a16:creationId xmlns:a16="http://schemas.microsoft.com/office/drawing/2014/main" id="{758A83AE-0342-41AF-8426-AAA3D74F7C51}"/>
              </a:ext>
            </a:extLst>
          </p:cNvPr>
          <p:cNvSpPr>
            <a:spLocks xmlns:a="http://schemas.openxmlformats.org/drawingml/2006/main" noGrp="1"/>
          </p:cNvSpPr>
          <p:nvPr/>
        </p:nvSpPr>
        <p:spPr>
          <a:xfrm xmlns:a="http://schemas.openxmlformats.org/drawingml/2006/main">
            <a:off x="742950" y="56197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defRPr sz="1950" b="0">
                <a:solidFill>
                  <a:srgbClr val="D6E6F3"/>
                </a:solidFill>
                <a:latin typeface="Apple SD Gothic Neo"/>
                <a:ea typeface="Apple SD Gothic Neo"/>
                <a:cs typeface="Apple SD Gothic Neo"/>
              </a:defRPr>
            </a:lvl1pPr>
            <a:lvl2pPr>
              <a:defRPr sz="1950" b="0">
                <a:solidFill>
                  <a:srgbClr val="D6E6F3"/>
                </a:solidFill>
                <a:latin typeface="Apple SD Gothic Neo"/>
                <a:ea typeface="Apple SD Gothic Neo"/>
                <a:cs typeface="Apple SD Gothic Neo"/>
              </a:defRPr>
            </a:lvl2pPr>
            <a:lvl3pPr>
              <a:defRPr sz="1950" b="0">
                <a:solidFill>
                  <a:srgbClr val="D6E6F3"/>
                </a:solidFill>
                <a:latin typeface="Apple SD Gothic Neo"/>
                <a:ea typeface="Apple SD Gothic Neo"/>
                <a:cs typeface="Apple SD Gothic Neo"/>
              </a:defRPr>
            </a:lvl3pPr>
            <a:lvl4pPr>
              <a:defRPr sz="1950" b="0">
                <a:solidFill>
                  <a:srgbClr val="D6E6F3"/>
                </a:solidFill>
                <a:latin typeface="Apple SD Gothic Neo"/>
                <a:ea typeface="Apple SD Gothic Neo"/>
                <a:cs typeface="Apple SD Gothic Neo"/>
              </a:defRPr>
            </a:lvl4pPr>
            <a:lvl5pPr>
              <a:defRPr sz="1950" b="0">
                <a:solidFill>
                  <a:srgbClr val="D6E6F3"/>
                </a:solidFill>
                <a:latin typeface="Apple SD Gothic Neo"/>
                <a:ea typeface="Apple SD Gothic Neo"/>
                <a:cs typeface="Apple SD Gothic Neo"/>
              </a:defRPr>
            </a:lvl5pPr>
            <a:lvl6pPr>
              <a:defRPr sz="1950" b="0">
                <a:solidFill>
                  <a:srgbClr val="D6E6F3"/>
                </a:solidFill>
                <a:latin typeface="Apple SD Gothic Neo"/>
                <a:ea typeface="Apple SD Gothic Neo"/>
                <a:cs typeface="Apple SD Gothic Neo"/>
              </a:defRPr>
            </a:lvl6pPr>
            <a:lvl7pPr>
              <a:defRPr sz="1950" b="0">
                <a:solidFill>
                  <a:srgbClr val="D6E6F3"/>
                </a:solidFill>
                <a:latin typeface="Apple SD Gothic Neo"/>
                <a:ea typeface="Apple SD Gothic Neo"/>
                <a:cs typeface="Apple SD Gothic Neo"/>
              </a:defRPr>
            </a:lvl7pPr>
            <a:lvl8pPr>
              <a:defRPr sz="1950" b="0">
                <a:solidFill>
                  <a:srgbClr val="D6E6F3"/>
                </a:solidFill>
                <a:latin typeface="Apple SD Gothic Neo"/>
                <a:ea typeface="Apple SD Gothic Neo"/>
                <a:cs typeface="Apple SD Gothic Neo"/>
              </a:defRPr>
            </a:lvl8pPr>
            <a:lvl9pPr>
              <a:defRPr sz="1950" b="0">
                <a:solidFill>
                  <a:srgbClr val="D6E6F3"/>
                </a:solidFill>
                <a:latin typeface="Apple SD Gothic Neo"/>
                <a:ea typeface="Apple SD Gothic Neo"/>
                <a:cs typeface="Apple SD Gothic Neo"/>
              </a:defRPr>
            </a:lvl9pPr>
          </a:lstStyle>
          <a:p xmlns:a="http://schemas.openxmlformats.org/drawingml/2006/main">
            <a:pPr>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6" name="">
            <a:extLst xmlns:a="http://schemas.openxmlformats.org/drawingml/2006/main">
              <a:ext uri="{FF2B5EF4-FFF2-40B4-BE49-F238E27FC236}">
                <a16:creationId xmlns:a16="http://schemas.microsoft.com/office/drawing/2014/main" id="{DD282D26-BD95-4D83-AE75-20AAF7549545}"/>
              </a:ext>
            </a:extLst>
          </p:cNvPr>
          <p:cNvSpPr>
            <a:spLocks xmlns:a="http://schemas.openxmlformats.org/drawingml/2006/main" noGrp="1"/>
          </p:cNvSpPr>
          <p:nvPr/>
        </p:nvSpPr>
        <p:spPr>
          <a:xfrm xmlns:a="http://schemas.openxmlformats.org/drawingml/2006/main">
            <a:off x="742950" y="630555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A6C5D7"/>
                </a:solidFill>
                <a:latin typeface="Apple SD Gothic Neo"/>
                <a:ea typeface="Apple SD Gothic Neo"/>
                <a:cs typeface="Apple SD Gothic Neo"/>
              </a:defRPr>
            </a:defPPr>
            <a:lvl1pPr>
              <a:defRPr sz="1425" b="0">
                <a:solidFill>
                  <a:srgbClr val="A6C5D7"/>
                </a:solidFill>
                <a:latin typeface="Apple SD Gothic Neo"/>
                <a:ea typeface="Apple SD Gothic Neo"/>
                <a:cs typeface="Apple SD Gothic Neo"/>
              </a:defRPr>
            </a:lvl1pPr>
            <a:lvl2pPr>
              <a:defRPr sz="1425" b="0">
                <a:solidFill>
                  <a:srgbClr val="A6C5D7"/>
                </a:solidFill>
                <a:latin typeface="Apple SD Gothic Neo"/>
                <a:ea typeface="Apple SD Gothic Neo"/>
                <a:cs typeface="Apple SD Gothic Neo"/>
              </a:defRPr>
            </a:lvl2pPr>
            <a:lvl3pPr>
              <a:defRPr sz="1425" b="0">
                <a:solidFill>
                  <a:srgbClr val="A6C5D7"/>
                </a:solidFill>
                <a:latin typeface="Apple SD Gothic Neo"/>
                <a:ea typeface="Apple SD Gothic Neo"/>
                <a:cs typeface="Apple SD Gothic Neo"/>
              </a:defRPr>
            </a:lvl3pPr>
            <a:lvl4pPr>
              <a:defRPr sz="1425" b="0">
                <a:solidFill>
                  <a:srgbClr val="A6C5D7"/>
                </a:solidFill>
                <a:latin typeface="Apple SD Gothic Neo"/>
                <a:ea typeface="Apple SD Gothic Neo"/>
                <a:cs typeface="Apple SD Gothic Neo"/>
              </a:defRPr>
            </a:lvl4pPr>
            <a:lvl5pPr>
              <a:defRPr sz="1425" b="0">
                <a:solidFill>
                  <a:srgbClr val="A6C5D7"/>
                </a:solidFill>
                <a:latin typeface="Apple SD Gothic Neo"/>
                <a:ea typeface="Apple SD Gothic Neo"/>
                <a:cs typeface="Apple SD Gothic Neo"/>
              </a:defRPr>
            </a:lvl5pPr>
            <a:lvl6pPr>
              <a:defRPr sz="1425" b="0">
                <a:solidFill>
                  <a:srgbClr val="A6C5D7"/>
                </a:solidFill>
                <a:latin typeface="Apple SD Gothic Neo"/>
                <a:ea typeface="Apple SD Gothic Neo"/>
                <a:cs typeface="Apple SD Gothic Neo"/>
              </a:defRPr>
            </a:lvl6pPr>
            <a:lvl7pPr>
              <a:defRPr sz="1425" b="0">
                <a:solidFill>
                  <a:srgbClr val="A6C5D7"/>
                </a:solidFill>
                <a:latin typeface="Apple SD Gothic Neo"/>
                <a:ea typeface="Apple SD Gothic Neo"/>
                <a:cs typeface="Apple SD Gothic Neo"/>
              </a:defRPr>
            </a:lvl7pPr>
            <a:lvl8pPr>
              <a:defRPr sz="1425" b="0">
                <a:solidFill>
                  <a:srgbClr val="A6C5D7"/>
                </a:solidFill>
                <a:latin typeface="Apple SD Gothic Neo"/>
                <a:ea typeface="Apple SD Gothic Neo"/>
                <a:cs typeface="Apple SD Gothic Neo"/>
              </a:defRPr>
            </a:lvl8pPr>
            <a:lvl9pPr>
              <a:defRPr sz="1425" b="0">
                <a:solidFill>
                  <a:srgbClr val="A6C5D7"/>
                </a:solidFill>
                <a:latin typeface="Apple SD Gothic Neo"/>
                <a:ea typeface="Apple SD Gothic Neo"/>
                <a:cs typeface="Apple SD Gothic Neo"/>
              </a:defRPr>
            </a:lvl9pPr>
          </a:lstStyle>
          <a:p xmlns:a="http://schemas.openxmlformats.org/drawingml/2006/main">
            <a:pPr>
              <a:defRPr sz="1425" b="0">
                <a:solidFill>
                  <a:srgbClr val="A6C5D7"/>
                </a:solidFill>
                <a:latin typeface="Apple SD Gothic Neo"/>
                <a:ea typeface="Apple SD Gothic Neo"/>
                <a:cs typeface="Apple SD Gothic Neo"/>
              </a:defRPr>
            </a:pPr>
            <a:r>
              <a:rPr sz="1425" b="0">
                <a:solidFill>
                  <a:srgbClr val="A6C5D7"/>
                </a:solidFill>
                <a:latin typeface="Apple SD Gothic Neo"/>
                <a:ea typeface="Apple SD Gothic Neo"/>
                <a:cs typeface="Apple SD Gothic Neo"/>
              </a:rPr>
              <a:t>과제 2  자유 주제 AI 서비스 개발</a:t>
            </a:r>
          </a:p>
        </p:txBody>
      </p:sp>
    </p:spTree>
    <p:extLst>
      <p:ext uri="{BB962C8B-B14F-4D97-AF65-F5344CB8AC3E}">
        <p14:creationId xmlns:p14="http://schemas.microsoft.com/office/powerpoint/2010/main" val="1763327171"/>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defRPr sz="3300" b="1">
                <a:solidFill>
                  <a:srgbClr val="000926"/>
                </a:solidFill>
                <a:latin typeface="Apple SD Gothic Neo"/>
                <a:ea typeface="Apple SD Gothic Neo"/>
                <a:cs typeface="Apple SD Gothic Neo"/>
              </a:defRPr>
            </a:lvl1pPr>
            <a:lvl2pPr>
              <a:defRPr sz="3300" b="1">
                <a:solidFill>
                  <a:srgbClr val="000926"/>
                </a:solidFill>
                <a:latin typeface="Apple SD Gothic Neo"/>
                <a:ea typeface="Apple SD Gothic Neo"/>
                <a:cs typeface="Apple SD Gothic Neo"/>
              </a:defRPr>
            </a:lvl2pPr>
            <a:lvl3pPr>
              <a:defRPr sz="3300" b="1">
                <a:solidFill>
                  <a:srgbClr val="000926"/>
                </a:solidFill>
                <a:latin typeface="Apple SD Gothic Neo"/>
                <a:ea typeface="Apple SD Gothic Neo"/>
                <a:cs typeface="Apple SD Gothic Neo"/>
              </a:defRPr>
            </a:lvl3pPr>
            <a:lvl4pPr>
              <a:defRPr sz="3300" b="1">
                <a:solidFill>
                  <a:srgbClr val="000926"/>
                </a:solidFill>
                <a:latin typeface="Apple SD Gothic Neo"/>
                <a:ea typeface="Apple SD Gothic Neo"/>
                <a:cs typeface="Apple SD Gothic Neo"/>
              </a:defRPr>
            </a:lvl4pPr>
            <a:lvl5pPr>
              <a:defRPr sz="3300" b="1">
                <a:solidFill>
                  <a:srgbClr val="000926"/>
                </a:solidFill>
                <a:latin typeface="Apple SD Gothic Neo"/>
                <a:ea typeface="Apple SD Gothic Neo"/>
                <a:cs typeface="Apple SD Gothic Neo"/>
              </a:defRPr>
            </a:lvl5pPr>
            <a:lvl6pPr>
              <a:defRPr sz="3300" b="1">
                <a:solidFill>
                  <a:srgbClr val="000926"/>
                </a:solidFill>
                <a:latin typeface="Apple SD Gothic Neo"/>
                <a:ea typeface="Apple SD Gothic Neo"/>
                <a:cs typeface="Apple SD Gothic Neo"/>
              </a:defRPr>
            </a:lvl6pPr>
            <a:lvl7pPr>
              <a:defRPr sz="3300" b="1">
                <a:solidFill>
                  <a:srgbClr val="000926"/>
                </a:solidFill>
                <a:latin typeface="Apple SD Gothic Neo"/>
                <a:ea typeface="Apple SD Gothic Neo"/>
                <a:cs typeface="Apple SD Gothic Neo"/>
              </a:defRPr>
            </a:lvl7pPr>
            <a:lvl8pPr>
              <a:defRPr sz="3300" b="1">
                <a:solidFill>
                  <a:srgbClr val="000926"/>
                </a:solidFill>
                <a:latin typeface="Apple SD Gothic Neo"/>
                <a:ea typeface="Apple SD Gothic Neo"/>
                <a:cs typeface="Apple SD Gothic Neo"/>
              </a:defRPr>
            </a:lvl8pPr>
            <a:lvl9pPr>
              <a:defRPr sz="3300" b="1">
                <a:solidFill>
                  <a:srgbClr val="000926"/>
                </a:solidFill>
                <a:latin typeface="Apple SD Gothic Neo"/>
                <a:ea typeface="Apple SD Gothic Neo"/>
                <a:cs typeface="Apple SD Gothic Neo"/>
              </a:defRPr>
            </a:lvl9pPr>
          </a:lstStyle>
          <a:p xmlns:a="http://schemas.openxmlformats.org/drawingml/2006/main">
            <a:pPr>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주제와 세부 태스크</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2/7</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00:20–01:05</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defRPr sz="2325" b="1">
                <a:solidFill>
                  <a:srgbClr val="0F52BA"/>
                </a:solidFill>
                <a:latin typeface="Apple SD Gothic Neo"/>
                <a:ea typeface="Apple SD Gothic Neo"/>
                <a:cs typeface="Apple SD Gothic Neo"/>
              </a:defRPr>
            </a:lvl1pPr>
            <a:lvl2pPr>
              <a:defRPr sz="2325" b="1">
                <a:solidFill>
                  <a:srgbClr val="0F52BA"/>
                </a:solidFill>
                <a:latin typeface="Apple SD Gothic Neo"/>
                <a:ea typeface="Apple SD Gothic Neo"/>
                <a:cs typeface="Apple SD Gothic Neo"/>
              </a:defRPr>
            </a:lvl2pPr>
            <a:lvl3pPr>
              <a:defRPr sz="2325" b="1">
                <a:solidFill>
                  <a:srgbClr val="0F52BA"/>
                </a:solidFill>
                <a:latin typeface="Apple SD Gothic Neo"/>
                <a:ea typeface="Apple SD Gothic Neo"/>
                <a:cs typeface="Apple SD Gothic Neo"/>
              </a:defRPr>
            </a:lvl3pPr>
            <a:lvl4pPr>
              <a:defRPr sz="2325" b="1">
                <a:solidFill>
                  <a:srgbClr val="0F52BA"/>
                </a:solidFill>
                <a:latin typeface="Apple SD Gothic Neo"/>
                <a:ea typeface="Apple SD Gothic Neo"/>
                <a:cs typeface="Apple SD Gothic Neo"/>
              </a:defRPr>
            </a:lvl4pPr>
            <a:lvl5pPr>
              <a:defRPr sz="2325" b="1">
                <a:solidFill>
                  <a:srgbClr val="0F52BA"/>
                </a:solidFill>
                <a:latin typeface="Apple SD Gothic Neo"/>
                <a:ea typeface="Apple SD Gothic Neo"/>
                <a:cs typeface="Apple SD Gothic Neo"/>
              </a:defRPr>
            </a:lvl5pPr>
            <a:lvl6pPr>
              <a:defRPr sz="2325" b="1">
                <a:solidFill>
                  <a:srgbClr val="0F52BA"/>
                </a:solidFill>
                <a:latin typeface="Apple SD Gothic Neo"/>
                <a:ea typeface="Apple SD Gothic Neo"/>
                <a:cs typeface="Apple SD Gothic Neo"/>
              </a:defRPr>
            </a:lvl6pPr>
            <a:lvl7pPr>
              <a:defRPr sz="2325" b="1">
                <a:solidFill>
                  <a:srgbClr val="0F52BA"/>
                </a:solidFill>
                <a:latin typeface="Apple SD Gothic Neo"/>
                <a:ea typeface="Apple SD Gothic Neo"/>
                <a:cs typeface="Apple SD Gothic Neo"/>
              </a:defRPr>
            </a:lvl7pPr>
            <a:lvl8pPr>
              <a:defRPr sz="2325" b="1">
                <a:solidFill>
                  <a:srgbClr val="0F52BA"/>
                </a:solidFill>
                <a:latin typeface="Apple SD Gothic Neo"/>
                <a:ea typeface="Apple SD Gothic Neo"/>
                <a:cs typeface="Apple SD Gothic Neo"/>
              </a:defRPr>
            </a:lvl8pPr>
            <a:lvl9pPr>
              <a:defRPr sz="2325" b="1">
                <a:solidFill>
                  <a:srgbClr val="0F52BA"/>
                </a:solidFill>
                <a:latin typeface="Apple SD Gothic Neo"/>
                <a:ea typeface="Apple SD Gothic Neo"/>
                <a:cs typeface="Apple SD Gothic Neo"/>
              </a:defRPr>
            </a:lvl9pPr>
          </a:lstStyle>
          <a:p xmlns:a="http://schemas.openxmlformats.org/drawingml/2006/main">
            <a:pPr>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설정이 늘어날수록, 무엇이 어디와 충돌하는지 찾기 어렵다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defRPr sz="3000" b="1">
                <a:solidFill>
                  <a:srgbClr val="0F52BA"/>
                </a:solidFill>
                <a:latin typeface="Apple SD Gothic Neo"/>
                <a:ea typeface="Apple SD Gothic Neo"/>
                <a:cs typeface="Apple SD Gothic Neo"/>
              </a:defRPr>
            </a:lvl1pPr>
            <a:lvl2pPr>
              <a:defRPr sz="3000" b="1">
                <a:solidFill>
                  <a:srgbClr val="0F52BA"/>
                </a:solidFill>
                <a:latin typeface="Apple SD Gothic Neo"/>
                <a:ea typeface="Apple SD Gothic Neo"/>
                <a:cs typeface="Apple SD Gothic Neo"/>
              </a:defRPr>
            </a:lvl2pPr>
            <a:lvl3pPr>
              <a:defRPr sz="3000" b="1">
                <a:solidFill>
                  <a:srgbClr val="0F52BA"/>
                </a:solidFill>
                <a:latin typeface="Apple SD Gothic Neo"/>
                <a:ea typeface="Apple SD Gothic Neo"/>
                <a:cs typeface="Apple SD Gothic Neo"/>
              </a:defRPr>
            </a:lvl3pPr>
            <a:lvl4pPr>
              <a:defRPr sz="3000" b="1">
                <a:solidFill>
                  <a:srgbClr val="0F52BA"/>
                </a:solidFill>
                <a:latin typeface="Apple SD Gothic Neo"/>
                <a:ea typeface="Apple SD Gothic Neo"/>
                <a:cs typeface="Apple SD Gothic Neo"/>
              </a:defRPr>
            </a:lvl4pPr>
            <a:lvl5pPr>
              <a:defRPr sz="3000" b="1">
                <a:solidFill>
                  <a:srgbClr val="0F52BA"/>
                </a:solidFill>
                <a:latin typeface="Apple SD Gothic Neo"/>
                <a:ea typeface="Apple SD Gothic Neo"/>
                <a:cs typeface="Apple SD Gothic Neo"/>
              </a:defRPr>
            </a:lvl5pPr>
            <a:lvl6pPr>
              <a:defRPr sz="3000" b="1">
                <a:solidFill>
                  <a:srgbClr val="0F52BA"/>
                </a:solidFill>
                <a:latin typeface="Apple SD Gothic Neo"/>
                <a:ea typeface="Apple SD Gothic Neo"/>
                <a:cs typeface="Apple SD Gothic Neo"/>
              </a:defRPr>
            </a:lvl6pPr>
            <a:lvl7pPr>
              <a:defRPr sz="3000" b="1">
                <a:solidFill>
                  <a:srgbClr val="0F52BA"/>
                </a:solidFill>
                <a:latin typeface="Apple SD Gothic Neo"/>
                <a:ea typeface="Apple SD Gothic Neo"/>
                <a:cs typeface="Apple SD Gothic Neo"/>
              </a:defRPr>
            </a:lvl7pPr>
            <a:lvl8pPr>
              <a:defRPr sz="3000" b="1">
                <a:solidFill>
                  <a:srgbClr val="0F52BA"/>
                </a:solidFill>
                <a:latin typeface="Apple SD Gothic Neo"/>
                <a:ea typeface="Apple SD Gothic Neo"/>
                <a:cs typeface="Apple SD Gothic Neo"/>
              </a:defRPr>
            </a:lvl8pPr>
            <a:lvl9pPr>
              <a:defRPr sz="3000" b="1">
                <a:solidFill>
                  <a:srgbClr val="0F52BA"/>
                </a:solidFill>
                <a:latin typeface="Apple SD Gothic Neo"/>
                <a:ea typeface="Apple SD Gothic Neo"/>
                <a:cs typeface="Apple SD Gothic Neo"/>
              </a:defRPr>
            </a:lvl9pPr>
          </a:lstStyle>
          <a:p xmlns:a="http://schemas.openxmlformats.org/drawingml/2006/main">
            <a:pPr>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defRPr sz="2325" b="1">
                <a:solidFill>
                  <a:srgbClr val="000926"/>
                </a:solidFill>
                <a:latin typeface="Apple SD Gothic Neo"/>
                <a:ea typeface="Apple SD Gothic Neo"/>
                <a:cs typeface="Apple SD Gothic Neo"/>
              </a:defRPr>
            </a:lvl1pPr>
            <a:lvl2pPr>
              <a:defRPr sz="2325" b="1">
                <a:solidFill>
                  <a:srgbClr val="000926"/>
                </a:solidFill>
                <a:latin typeface="Apple SD Gothic Neo"/>
                <a:ea typeface="Apple SD Gothic Neo"/>
                <a:cs typeface="Apple SD Gothic Neo"/>
              </a:defRPr>
            </a:lvl2pPr>
            <a:lvl3pPr>
              <a:defRPr sz="2325" b="1">
                <a:solidFill>
                  <a:srgbClr val="000926"/>
                </a:solidFill>
                <a:latin typeface="Apple SD Gothic Neo"/>
                <a:ea typeface="Apple SD Gothic Neo"/>
                <a:cs typeface="Apple SD Gothic Neo"/>
              </a:defRPr>
            </a:lvl3pPr>
            <a:lvl4pPr>
              <a:defRPr sz="2325" b="1">
                <a:solidFill>
                  <a:srgbClr val="000926"/>
                </a:solidFill>
                <a:latin typeface="Apple SD Gothic Neo"/>
                <a:ea typeface="Apple SD Gothic Neo"/>
                <a:cs typeface="Apple SD Gothic Neo"/>
              </a:defRPr>
            </a:lvl4pPr>
            <a:lvl5pPr>
              <a:defRPr sz="2325" b="1">
                <a:solidFill>
                  <a:srgbClr val="000926"/>
                </a:solidFill>
                <a:latin typeface="Apple SD Gothic Neo"/>
                <a:ea typeface="Apple SD Gothic Neo"/>
                <a:cs typeface="Apple SD Gothic Neo"/>
              </a:defRPr>
            </a:lvl5pPr>
            <a:lvl6pPr>
              <a:defRPr sz="2325" b="1">
                <a:solidFill>
                  <a:srgbClr val="000926"/>
                </a:solidFill>
                <a:latin typeface="Apple SD Gothic Neo"/>
                <a:ea typeface="Apple SD Gothic Neo"/>
                <a:cs typeface="Apple SD Gothic Neo"/>
              </a:defRPr>
            </a:lvl6pPr>
            <a:lvl7pPr>
              <a:defRPr sz="2325" b="1">
                <a:solidFill>
                  <a:srgbClr val="000926"/>
                </a:solidFill>
                <a:latin typeface="Apple SD Gothic Neo"/>
                <a:ea typeface="Apple SD Gothic Neo"/>
                <a:cs typeface="Apple SD Gothic Neo"/>
              </a:defRPr>
            </a:lvl7pPr>
            <a:lvl8pPr>
              <a:defRPr sz="2325" b="1">
                <a:solidFill>
                  <a:srgbClr val="000926"/>
                </a:solidFill>
                <a:latin typeface="Apple SD Gothic Neo"/>
                <a:ea typeface="Apple SD Gothic Neo"/>
                <a:cs typeface="Apple SD Gothic Neo"/>
              </a:defRPr>
            </a:lvl8pPr>
            <a:lvl9pPr>
              <a:defRPr sz="2325" b="1">
                <a:solidFill>
                  <a:srgbClr val="000926"/>
                </a:solidFill>
                <a:latin typeface="Apple SD Gothic Neo"/>
                <a:ea typeface="Apple SD Gothic Neo"/>
                <a:cs typeface="Apple SD Gothic Neo"/>
              </a:defRPr>
            </a:lvl9pPr>
          </a:lstStyle>
          <a:p xmlns:a="http://schemas.openxmlformats.org/drawingml/2006/main">
            <a:pPr>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defRPr sz="2025" b="0">
                <a:solidFill>
                  <a:srgbClr val="172B45"/>
                </a:solidFill>
                <a:latin typeface="Apple SD Gothic Neo"/>
                <a:ea typeface="Apple SD Gothic Neo"/>
                <a:cs typeface="Apple SD Gothic Neo"/>
              </a:defRPr>
            </a:lvl1pPr>
            <a:lvl2pPr>
              <a:defRPr sz="2025" b="0">
                <a:solidFill>
                  <a:srgbClr val="172B45"/>
                </a:solidFill>
                <a:latin typeface="Apple SD Gothic Neo"/>
                <a:ea typeface="Apple SD Gothic Neo"/>
                <a:cs typeface="Apple SD Gothic Neo"/>
              </a:defRPr>
            </a:lvl2pPr>
            <a:lvl3pPr>
              <a:defRPr sz="2025" b="0">
                <a:solidFill>
                  <a:srgbClr val="172B45"/>
                </a:solidFill>
                <a:latin typeface="Apple SD Gothic Neo"/>
                <a:ea typeface="Apple SD Gothic Neo"/>
                <a:cs typeface="Apple SD Gothic Neo"/>
              </a:defRPr>
            </a:lvl3pPr>
            <a:lvl4pPr>
              <a:defRPr sz="2025" b="0">
                <a:solidFill>
                  <a:srgbClr val="172B45"/>
                </a:solidFill>
                <a:latin typeface="Apple SD Gothic Neo"/>
                <a:ea typeface="Apple SD Gothic Neo"/>
                <a:cs typeface="Apple SD Gothic Neo"/>
              </a:defRPr>
            </a:lvl4pPr>
            <a:lvl5pPr>
              <a:defRPr sz="2025" b="0">
                <a:solidFill>
                  <a:srgbClr val="172B45"/>
                </a:solidFill>
                <a:latin typeface="Apple SD Gothic Neo"/>
                <a:ea typeface="Apple SD Gothic Neo"/>
                <a:cs typeface="Apple SD Gothic Neo"/>
              </a:defRPr>
            </a:lvl5pPr>
            <a:lvl6pPr>
              <a:defRPr sz="2025" b="0">
                <a:solidFill>
                  <a:srgbClr val="172B45"/>
                </a:solidFill>
                <a:latin typeface="Apple SD Gothic Neo"/>
                <a:ea typeface="Apple SD Gothic Neo"/>
                <a:cs typeface="Apple SD Gothic Neo"/>
              </a:defRPr>
            </a:lvl6pPr>
            <a:lvl7pPr>
              <a:defRPr sz="2025" b="0">
                <a:solidFill>
                  <a:srgbClr val="172B45"/>
                </a:solidFill>
                <a:latin typeface="Apple SD Gothic Neo"/>
                <a:ea typeface="Apple SD Gothic Neo"/>
                <a:cs typeface="Apple SD Gothic Neo"/>
              </a:defRPr>
            </a:lvl7pPr>
            <a:lvl8pPr>
              <a:defRPr sz="2025" b="0">
                <a:solidFill>
                  <a:srgbClr val="172B45"/>
                </a:solidFill>
                <a:latin typeface="Apple SD Gothic Neo"/>
                <a:ea typeface="Apple SD Gothic Neo"/>
                <a:cs typeface="Apple SD Gothic Neo"/>
              </a:defRPr>
            </a:lvl8pPr>
            <a:lvl9pPr>
              <a:defRPr sz="2025" b="0">
                <a:solidFill>
                  <a:srgbClr val="172B45"/>
                </a:solidFill>
                <a:latin typeface="Apple SD Gothic Neo"/>
                <a:ea typeface="Apple SD Gothic Neo"/>
                <a:cs typeface="Apple SD Gothic Neo"/>
              </a:defRPr>
            </a:lvl9pPr>
          </a:lstStyle>
          <a:p xmlns:a="http://schemas.openxmlformats.org/drawingml/2006/main">
            <a:pPr>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defRPr sz="3000" b="1">
                <a:solidFill>
                  <a:srgbClr val="0F52BA"/>
                </a:solidFill>
                <a:latin typeface="Apple SD Gothic Neo"/>
                <a:ea typeface="Apple SD Gothic Neo"/>
                <a:cs typeface="Apple SD Gothic Neo"/>
              </a:defRPr>
            </a:lvl1pPr>
            <a:lvl2pPr>
              <a:defRPr sz="3000" b="1">
                <a:solidFill>
                  <a:srgbClr val="0F52BA"/>
                </a:solidFill>
                <a:latin typeface="Apple SD Gothic Neo"/>
                <a:ea typeface="Apple SD Gothic Neo"/>
                <a:cs typeface="Apple SD Gothic Neo"/>
              </a:defRPr>
            </a:lvl2pPr>
            <a:lvl3pPr>
              <a:defRPr sz="3000" b="1">
                <a:solidFill>
                  <a:srgbClr val="0F52BA"/>
                </a:solidFill>
                <a:latin typeface="Apple SD Gothic Neo"/>
                <a:ea typeface="Apple SD Gothic Neo"/>
                <a:cs typeface="Apple SD Gothic Neo"/>
              </a:defRPr>
            </a:lvl3pPr>
            <a:lvl4pPr>
              <a:defRPr sz="3000" b="1">
                <a:solidFill>
                  <a:srgbClr val="0F52BA"/>
                </a:solidFill>
                <a:latin typeface="Apple SD Gothic Neo"/>
                <a:ea typeface="Apple SD Gothic Neo"/>
                <a:cs typeface="Apple SD Gothic Neo"/>
              </a:defRPr>
            </a:lvl4pPr>
            <a:lvl5pPr>
              <a:defRPr sz="3000" b="1">
                <a:solidFill>
                  <a:srgbClr val="0F52BA"/>
                </a:solidFill>
                <a:latin typeface="Apple SD Gothic Neo"/>
                <a:ea typeface="Apple SD Gothic Neo"/>
                <a:cs typeface="Apple SD Gothic Neo"/>
              </a:defRPr>
            </a:lvl5pPr>
            <a:lvl6pPr>
              <a:defRPr sz="3000" b="1">
                <a:solidFill>
                  <a:srgbClr val="0F52BA"/>
                </a:solidFill>
                <a:latin typeface="Apple SD Gothic Neo"/>
                <a:ea typeface="Apple SD Gothic Neo"/>
                <a:cs typeface="Apple SD Gothic Neo"/>
              </a:defRPr>
            </a:lvl6pPr>
            <a:lvl7pPr>
              <a:defRPr sz="3000" b="1">
                <a:solidFill>
                  <a:srgbClr val="0F52BA"/>
                </a:solidFill>
                <a:latin typeface="Apple SD Gothic Neo"/>
                <a:ea typeface="Apple SD Gothic Neo"/>
                <a:cs typeface="Apple SD Gothic Neo"/>
              </a:defRPr>
            </a:lvl7pPr>
            <a:lvl8pPr>
              <a:defRPr sz="3000" b="1">
                <a:solidFill>
                  <a:srgbClr val="0F52BA"/>
                </a:solidFill>
                <a:latin typeface="Apple SD Gothic Neo"/>
                <a:ea typeface="Apple SD Gothic Neo"/>
                <a:cs typeface="Apple SD Gothic Neo"/>
              </a:defRPr>
            </a:lvl8pPr>
            <a:lvl9pPr>
              <a:defRPr sz="3000" b="1">
                <a:solidFill>
                  <a:srgbClr val="0F52BA"/>
                </a:solidFill>
                <a:latin typeface="Apple SD Gothic Neo"/>
                <a:ea typeface="Apple SD Gothic Neo"/>
                <a:cs typeface="Apple SD Gothic Neo"/>
              </a:defRPr>
            </a:lvl9pPr>
          </a:lstStyle>
          <a:p xmlns:a="http://schemas.openxmlformats.org/drawingml/2006/main">
            <a:pPr>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defRPr sz="2325" b="1">
                <a:solidFill>
                  <a:srgbClr val="000926"/>
                </a:solidFill>
                <a:latin typeface="Apple SD Gothic Neo"/>
                <a:ea typeface="Apple SD Gothic Neo"/>
                <a:cs typeface="Apple SD Gothic Neo"/>
              </a:defRPr>
            </a:lvl1pPr>
            <a:lvl2pPr>
              <a:defRPr sz="2325" b="1">
                <a:solidFill>
                  <a:srgbClr val="000926"/>
                </a:solidFill>
                <a:latin typeface="Apple SD Gothic Neo"/>
                <a:ea typeface="Apple SD Gothic Neo"/>
                <a:cs typeface="Apple SD Gothic Neo"/>
              </a:defRPr>
            </a:lvl2pPr>
            <a:lvl3pPr>
              <a:defRPr sz="2325" b="1">
                <a:solidFill>
                  <a:srgbClr val="000926"/>
                </a:solidFill>
                <a:latin typeface="Apple SD Gothic Neo"/>
                <a:ea typeface="Apple SD Gothic Neo"/>
                <a:cs typeface="Apple SD Gothic Neo"/>
              </a:defRPr>
            </a:lvl3pPr>
            <a:lvl4pPr>
              <a:defRPr sz="2325" b="1">
                <a:solidFill>
                  <a:srgbClr val="000926"/>
                </a:solidFill>
                <a:latin typeface="Apple SD Gothic Neo"/>
                <a:ea typeface="Apple SD Gothic Neo"/>
                <a:cs typeface="Apple SD Gothic Neo"/>
              </a:defRPr>
            </a:lvl4pPr>
            <a:lvl5pPr>
              <a:defRPr sz="2325" b="1">
                <a:solidFill>
                  <a:srgbClr val="000926"/>
                </a:solidFill>
                <a:latin typeface="Apple SD Gothic Neo"/>
                <a:ea typeface="Apple SD Gothic Neo"/>
                <a:cs typeface="Apple SD Gothic Neo"/>
              </a:defRPr>
            </a:lvl5pPr>
            <a:lvl6pPr>
              <a:defRPr sz="2325" b="1">
                <a:solidFill>
                  <a:srgbClr val="000926"/>
                </a:solidFill>
                <a:latin typeface="Apple SD Gothic Neo"/>
                <a:ea typeface="Apple SD Gothic Neo"/>
                <a:cs typeface="Apple SD Gothic Neo"/>
              </a:defRPr>
            </a:lvl6pPr>
            <a:lvl7pPr>
              <a:defRPr sz="2325" b="1">
                <a:solidFill>
                  <a:srgbClr val="000926"/>
                </a:solidFill>
                <a:latin typeface="Apple SD Gothic Neo"/>
                <a:ea typeface="Apple SD Gothic Neo"/>
                <a:cs typeface="Apple SD Gothic Neo"/>
              </a:defRPr>
            </a:lvl7pPr>
            <a:lvl8pPr>
              <a:defRPr sz="2325" b="1">
                <a:solidFill>
                  <a:srgbClr val="000926"/>
                </a:solidFill>
                <a:latin typeface="Apple SD Gothic Neo"/>
                <a:ea typeface="Apple SD Gothic Neo"/>
                <a:cs typeface="Apple SD Gothic Neo"/>
              </a:defRPr>
            </a:lvl8pPr>
            <a:lvl9pPr>
              <a:defRPr sz="2325" b="1">
                <a:solidFill>
                  <a:srgbClr val="000926"/>
                </a:solidFill>
                <a:latin typeface="Apple SD Gothic Neo"/>
                <a:ea typeface="Apple SD Gothic Neo"/>
                <a:cs typeface="Apple SD Gothic Neo"/>
              </a:defRPr>
            </a:lvl9pPr>
          </a:lstStyle>
          <a:p xmlns:a="http://schemas.openxmlformats.org/drawingml/2006/main">
            <a:pPr>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defRPr sz="2025" b="0">
                <a:solidFill>
                  <a:srgbClr val="172B45"/>
                </a:solidFill>
                <a:latin typeface="Apple SD Gothic Neo"/>
                <a:ea typeface="Apple SD Gothic Neo"/>
                <a:cs typeface="Apple SD Gothic Neo"/>
              </a:defRPr>
            </a:lvl1pPr>
            <a:lvl2pPr>
              <a:defRPr sz="2025" b="0">
                <a:solidFill>
                  <a:srgbClr val="172B45"/>
                </a:solidFill>
                <a:latin typeface="Apple SD Gothic Neo"/>
                <a:ea typeface="Apple SD Gothic Neo"/>
                <a:cs typeface="Apple SD Gothic Neo"/>
              </a:defRPr>
            </a:lvl2pPr>
            <a:lvl3pPr>
              <a:defRPr sz="2025" b="0">
                <a:solidFill>
                  <a:srgbClr val="172B45"/>
                </a:solidFill>
                <a:latin typeface="Apple SD Gothic Neo"/>
                <a:ea typeface="Apple SD Gothic Neo"/>
                <a:cs typeface="Apple SD Gothic Neo"/>
              </a:defRPr>
            </a:lvl3pPr>
            <a:lvl4pPr>
              <a:defRPr sz="2025" b="0">
                <a:solidFill>
                  <a:srgbClr val="172B45"/>
                </a:solidFill>
                <a:latin typeface="Apple SD Gothic Neo"/>
                <a:ea typeface="Apple SD Gothic Neo"/>
                <a:cs typeface="Apple SD Gothic Neo"/>
              </a:defRPr>
            </a:lvl4pPr>
            <a:lvl5pPr>
              <a:defRPr sz="2025" b="0">
                <a:solidFill>
                  <a:srgbClr val="172B45"/>
                </a:solidFill>
                <a:latin typeface="Apple SD Gothic Neo"/>
                <a:ea typeface="Apple SD Gothic Neo"/>
                <a:cs typeface="Apple SD Gothic Neo"/>
              </a:defRPr>
            </a:lvl5pPr>
            <a:lvl6pPr>
              <a:defRPr sz="2025" b="0">
                <a:solidFill>
                  <a:srgbClr val="172B45"/>
                </a:solidFill>
                <a:latin typeface="Apple SD Gothic Neo"/>
                <a:ea typeface="Apple SD Gothic Neo"/>
                <a:cs typeface="Apple SD Gothic Neo"/>
              </a:defRPr>
            </a:lvl6pPr>
            <a:lvl7pPr>
              <a:defRPr sz="2025" b="0">
                <a:solidFill>
                  <a:srgbClr val="172B45"/>
                </a:solidFill>
                <a:latin typeface="Apple SD Gothic Neo"/>
                <a:ea typeface="Apple SD Gothic Neo"/>
                <a:cs typeface="Apple SD Gothic Neo"/>
              </a:defRPr>
            </a:lvl7pPr>
            <a:lvl8pPr>
              <a:defRPr sz="2025" b="0">
                <a:solidFill>
                  <a:srgbClr val="172B45"/>
                </a:solidFill>
                <a:latin typeface="Apple SD Gothic Neo"/>
                <a:ea typeface="Apple SD Gothic Neo"/>
                <a:cs typeface="Apple SD Gothic Neo"/>
              </a:defRPr>
            </a:lvl8pPr>
            <a:lvl9pPr>
              <a:defRPr sz="2025" b="0">
                <a:solidFill>
                  <a:srgbClr val="172B45"/>
                </a:solidFill>
                <a:latin typeface="Apple SD Gothic Neo"/>
                <a:ea typeface="Apple SD Gothic Neo"/>
                <a:cs typeface="Apple SD Gothic Neo"/>
              </a:defRPr>
            </a:lvl9pPr>
          </a:lstStyle>
          <a:p xmlns:a="http://schemas.openxmlformats.org/drawingml/2006/main">
            <a:pPr>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defRPr sz="3000" b="1">
                <a:solidFill>
                  <a:srgbClr val="0F52BA"/>
                </a:solidFill>
                <a:latin typeface="Apple SD Gothic Neo"/>
                <a:ea typeface="Apple SD Gothic Neo"/>
                <a:cs typeface="Apple SD Gothic Neo"/>
              </a:defRPr>
            </a:lvl1pPr>
            <a:lvl2pPr>
              <a:defRPr sz="3000" b="1">
                <a:solidFill>
                  <a:srgbClr val="0F52BA"/>
                </a:solidFill>
                <a:latin typeface="Apple SD Gothic Neo"/>
                <a:ea typeface="Apple SD Gothic Neo"/>
                <a:cs typeface="Apple SD Gothic Neo"/>
              </a:defRPr>
            </a:lvl2pPr>
            <a:lvl3pPr>
              <a:defRPr sz="3000" b="1">
                <a:solidFill>
                  <a:srgbClr val="0F52BA"/>
                </a:solidFill>
                <a:latin typeface="Apple SD Gothic Neo"/>
                <a:ea typeface="Apple SD Gothic Neo"/>
                <a:cs typeface="Apple SD Gothic Neo"/>
              </a:defRPr>
            </a:lvl3pPr>
            <a:lvl4pPr>
              <a:defRPr sz="3000" b="1">
                <a:solidFill>
                  <a:srgbClr val="0F52BA"/>
                </a:solidFill>
                <a:latin typeface="Apple SD Gothic Neo"/>
                <a:ea typeface="Apple SD Gothic Neo"/>
                <a:cs typeface="Apple SD Gothic Neo"/>
              </a:defRPr>
            </a:lvl4pPr>
            <a:lvl5pPr>
              <a:defRPr sz="3000" b="1">
                <a:solidFill>
                  <a:srgbClr val="0F52BA"/>
                </a:solidFill>
                <a:latin typeface="Apple SD Gothic Neo"/>
                <a:ea typeface="Apple SD Gothic Neo"/>
                <a:cs typeface="Apple SD Gothic Neo"/>
              </a:defRPr>
            </a:lvl5pPr>
            <a:lvl6pPr>
              <a:defRPr sz="3000" b="1">
                <a:solidFill>
                  <a:srgbClr val="0F52BA"/>
                </a:solidFill>
                <a:latin typeface="Apple SD Gothic Neo"/>
                <a:ea typeface="Apple SD Gothic Neo"/>
                <a:cs typeface="Apple SD Gothic Neo"/>
              </a:defRPr>
            </a:lvl6pPr>
            <a:lvl7pPr>
              <a:defRPr sz="3000" b="1">
                <a:solidFill>
                  <a:srgbClr val="0F52BA"/>
                </a:solidFill>
                <a:latin typeface="Apple SD Gothic Neo"/>
                <a:ea typeface="Apple SD Gothic Neo"/>
                <a:cs typeface="Apple SD Gothic Neo"/>
              </a:defRPr>
            </a:lvl7pPr>
            <a:lvl8pPr>
              <a:defRPr sz="3000" b="1">
                <a:solidFill>
                  <a:srgbClr val="0F52BA"/>
                </a:solidFill>
                <a:latin typeface="Apple SD Gothic Neo"/>
                <a:ea typeface="Apple SD Gothic Neo"/>
                <a:cs typeface="Apple SD Gothic Neo"/>
              </a:defRPr>
            </a:lvl8pPr>
            <a:lvl9pPr>
              <a:defRPr sz="3000" b="1">
                <a:solidFill>
                  <a:srgbClr val="0F52BA"/>
                </a:solidFill>
                <a:latin typeface="Apple SD Gothic Neo"/>
                <a:ea typeface="Apple SD Gothic Neo"/>
                <a:cs typeface="Apple SD Gothic Neo"/>
              </a:defRPr>
            </a:lvl9pPr>
          </a:lstStyle>
          <a:p xmlns:a="http://schemas.openxmlformats.org/drawingml/2006/main">
            <a:pPr>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defRPr sz="2325" b="1">
                <a:solidFill>
                  <a:srgbClr val="000926"/>
                </a:solidFill>
                <a:latin typeface="Apple SD Gothic Neo"/>
                <a:ea typeface="Apple SD Gothic Neo"/>
                <a:cs typeface="Apple SD Gothic Neo"/>
              </a:defRPr>
            </a:lvl1pPr>
            <a:lvl2pPr>
              <a:defRPr sz="2325" b="1">
                <a:solidFill>
                  <a:srgbClr val="000926"/>
                </a:solidFill>
                <a:latin typeface="Apple SD Gothic Neo"/>
                <a:ea typeface="Apple SD Gothic Neo"/>
                <a:cs typeface="Apple SD Gothic Neo"/>
              </a:defRPr>
            </a:lvl2pPr>
            <a:lvl3pPr>
              <a:defRPr sz="2325" b="1">
                <a:solidFill>
                  <a:srgbClr val="000926"/>
                </a:solidFill>
                <a:latin typeface="Apple SD Gothic Neo"/>
                <a:ea typeface="Apple SD Gothic Neo"/>
                <a:cs typeface="Apple SD Gothic Neo"/>
              </a:defRPr>
            </a:lvl3pPr>
            <a:lvl4pPr>
              <a:defRPr sz="2325" b="1">
                <a:solidFill>
                  <a:srgbClr val="000926"/>
                </a:solidFill>
                <a:latin typeface="Apple SD Gothic Neo"/>
                <a:ea typeface="Apple SD Gothic Neo"/>
                <a:cs typeface="Apple SD Gothic Neo"/>
              </a:defRPr>
            </a:lvl4pPr>
            <a:lvl5pPr>
              <a:defRPr sz="2325" b="1">
                <a:solidFill>
                  <a:srgbClr val="000926"/>
                </a:solidFill>
                <a:latin typeface="Apple SD Gothic Neo"/>
                <a:ea typeface="Apple SD Gothic Neo"/>
                <a:cs typeface="Apple SD Gothic Neo"/>
              </a:defRPr>
            </a:lvl5pPr>
            <a:lvl6pPr>
              <a:defRPr sz="2325" b="1">
                <a:solidFill>
                  <a:srgbClr val="000926"/>
                </a:solidFill>
                <a:latin typeface="Apple SD Gothic Neo"/>
                <a:ea typeface="Apple SD Gothic Neo"/>
                <a:cs typeface="Apple SD Gothic Neo"/>
              </a:defRPr>
            </a:lvl6pPr>
            <a:lvl7pPr>
              <a:defRPr sz="2325" b="1">
                <a:solidFill>
                  <a:srgbClr val="000926"/>
                </a:solidFill>
                <a:latin typeface="Apple SD Gothic Neo"/>
                <a:ea typeface="Apple SD Gothic Neo"/>
                <a:cs typeface="Apple SD Gothic Neo"/>
              </a:defRPr>
            </a:lvl7pPr>
            <a:lvl8pPr>
              <a:defRPr sz="2325" b="1">
                <a:solidFill>
                  <a:srgbClr val="000926"/>
                </a:solidFill>
                <a:latin typeface="Apple SD Gothic Neo"/>
                <a:ea typeface="Apple SD Gothic Neo"/>
                <a:cs typeface="Apple SD Gothic Neo"/>
              </a:defRPr>
            </a:lvl8pPr>
            <a:lvl9pPr>
              <a:defRPr sz="2325" b="1">
                <a:solidFill>
                  <a:srgbClr val="000926"/>
                </a:solidFill>
                <a:latin typeface="Apple SD Gothic Neo"/>
                <a:ea typeface="Apple SD Gothic Neo"/>
                <a:cs typeface="Apple SD Gothic Neo"/>
              </a:defRPr>
            </a:lvl9pPr>
          </a:lstStyle>
          <a:p xmlns:a="http://schemas.openxmlformats.org/drawingml/2006/main">
            <a:pPr>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defRPr sz="2025" b="0">
                <a:solidFill>
                  <a:srgbClr val="172B45"/>
                </a:solidFill>
                <a:latin typeface="Apple SD Gothic Neo"/>
                <a:ea typeface="Apple SD Gothic Neo"/>
                <a:cs typeface="Apple SD Gothic Neo"/>
              </a:defRPr>
            </a:lvl1pPr>
            <a:lvl2pPr>
              <a:defRPr sz="2025" b="0">
                <a:solidFill>
                  <a:srgbClr val="172B45"/>
                </a:solidFill>
                <a:latin typeface="Apple SD Gothic Neo"/>
                <a:ea typeface="Apple SD Gothic Neo"/>
                <a:cs typeface="Apple SD Gothic Neo"/>
              </a:defRPr>
            </a:lvl2pPr>
            <a:lvl3pPr>
              <a:defRPr sz="2025" b="0">
                <a:solidFill>
                  <a:srgbClr val="172B45"/>
                </a:solidFill>
                <a:latin typeface="Apple SD Gothic Neo"/>
                <a:ea typeface="Apple SD Gothic Neo"/>
                <a:cs typeface="Apple SD Gothic Neo"/>
              </a:defRPr>
            </a:lvl3pPr>
            <a:lvl4pPr>
              <a:defRPr sz="2025" b="0">
                <a:solidFill>
                  <a:srgbClr val="172B45"/>
                </a:solidFill>
                <a:latin typeface="Apple SD Gothic Neo"/>
                <a:ea typeface="Apple SD Gothic Neo"/>
                <a:cs typeface="Apple SD Gothic Neo"/>
              </a:defRPr>
            </a:lvl4pPr>
            <a:lvl5pPr>
              <a:defRPr sz="2025" b="0">
                <a:solidFill>
                  <a:srgbClr val="172B45"/>
                </a:solidFill>
                <a:latin typeface="Apple SD Gothic Neo"/>
                <a:ea typeface="Apple SD Gothic Neo"/>
                <a:cs typeface="Apple SD Gothic Neo"/>
              </a:defRPr>
            </a:lvl5pPr>
            <a:lvl6pPr>
              <a:defRPr sz="2025" b="0">
                <a:solidFill>
                  <a:srgbClr val="172B45"/>
                </a:solidFill>
                <a:latin typeface="Apple SD Gothic Neo"/>
                <a:ea typeface="Apple SD Gothic Neo"/>
                <a:cs typeface="Apple SD Gothic Neo"/>
              </a:defRPr>
            </a:lvl6pPr>
            <a:lvl7pPr>
              <a:defRPr sz="2025" b="0">
                <a:solidFill>
                  <a:srgbClr val="172B45"/>
                </a:solidFill>
                <a:latin typeface="Apple SD Gothic Neo"/>
                <a:ea typeface="Apple SD Gothic Neo"/>
                <a:cs typeface="Apple SD Gothic Neo"/>
              </a:defRPr>
            </a:lvl7pPr>
            <a:lvl8pPr>
              <a:defRPr sz="2025" b="0">
                <a:solidFill>
                  <a:srgbClr val="172B45"/>
                </a:solidFill>
                <a:latin typeface="Apple SD Gothic Neo"/>
                <a:ea typeface="Apple SD Gothic Neo"/>
                <a:cs typeface="Apple SD Gothic Neo"/>
              </a:defRPr>
            </a:lvl8pPr>
            <a:lvl9pPr>
              <a:defRPr sz="2025" b="0">
                <a:solidFill>
                  <a:srgbClr val="172B45"/>
                </a:solidFill>
                <a:latin typeface="Apple SD Gothic Neo"/>
                <a:ea typeface="Apple SD Gothic Neo"/>
                <a:cs typeface="Apple SD Gothic Neo"/>
              </a:defRPr>
            </a:lvl9pPr>
          </a:lstStyle>
          <a:p xmlns:a="http://schemas.openxmlformats.org/drawingml/2006/main">
            <a:pPr>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defRPr sz="1575" b="0">
                <a:solidFill>
                  <a:srgbClr val="526A84"/>
                </a:solidFill>
                <a:latin typeface="Apple SD Gothic Neo"/>
                <a:ea typeface="Apple SD Gothic Neo"/>
                <a:cs typeface="Apple SD Gothic Neo"/>
              </a:defRPr>
            </a:lvl1pPr>
            <a:lvl2pPr>
              <a:defRPr sz="1575" b="0">
                <a:solidFill>
                  <a:srgbClr val="526A84"/>
                </a:solidFill>
                <a:latin typeface="Apple SD Gothic Neo"/>
                <a:ea typeface="Apple SD Gothic Neo"/>
                <a:cs typeface="Apple SD Gothic Neo"/>
              </a:defRPr>
            </a:lvl2pPr>
            <a:lvl3pPr>
              <a:defRPr sz="1575" b="0">
                <a:solidFill>
                  <a:srgbClr val="526A84"/>
                </a:solidFill>
                <a:latin typeface="Apple SD Gothic Neo"/>
                <a:ea typeface="Apple SD Gothic Neo"/>
                <a:cs typeface="Apple SD Gothic Neo"/>
              </a:defRPr>
            </a:lvl3pPr>
            <a:lvl4pPr>
              <a:defRPr sz="1575" b="0">
                <a:solidFill>
                  <a:srgbClr val="526A84"/>
                </a:solidFill>
                <a:latin typeface="Apple SD Gothic Neo"/>
                <a:ea typeface="Apple SD Gothic Neo"/>
                <a:cs typeface="Apple SD Gothic Neo"/>
              </a:defRPr>
            </a:lvl4pPr>
            <a:lvl5pPr>
              <a:defRPr sz="1575" b="0">
                <a:solidFill>
                  <a:srgbClr val="526A84"/>
                </a:solidFill>
                <a:latin typeface="Apple SD Gothic Neo"/>
                <a:ea typeface="Apple SD Gothic Neo"/>
                <a:cs typeface="Apple SD Gothic Neo"/>
              </a:defRPr>
            </a:lvl5pPr>
            <a:lvl6pPr>
              <a:defRPr sz="1575" b="0">
                <a:solidFill>
                  <a:srgbClr val="526A84"/>
                </a:solidFill>
                <a:latin typeface="Apple SD Gothic Neo"/>
                <a:ea typeface="Apple SD Gothic Neo"/>
                <a:cs typeface="Apple SD Gothic Neo"/>
              </a:defRPr>
            </a:lvl6pPr>
            <a:lvl7pPr>
              <a:defRPr sz="1575" b="0">
                <a:solidFill>
                  <a:srgbClr val="526A84"/>
                </a:solidFill>
                <a:latin typeface="Apple SD Gothic Neo"/>
                <a:ea typeface="Apple SD Gothic Neo"/>
                <a:cs typeface="Apple SD Gothic Neo"/>
              </a:defRPr>
            </a:lvl7pPr>
            <a:lvl8pPr>
              <a:defRPr sz="1575" b="0">
                <a:solidFill>
                  <a:srgbClr val="526A84"/>
                </a:solidFill>
                <a:latin typeface="Apple SD Gothic Neo"/>
                <a:ea typeface="Apple SD Gothic Neo"/>
                <a:cs typeface="Apple SD Gothic Neo"/>
              </a:defRPr>
            </a:lvl8pPr>
            <a:lvl9pPr>
              <a:defRPr sz="1575" b="0">
                <a:solidFill>
                  <a:srgbClr val="526A84"/>
                </a:solidFill>
                <a:latin typeface="Apple SD Gothic Neo"/>
                <a:ea typeface="Apple SD Gothic Neo"/>
                <a:cs typeface="Apple SD Gothic Neo"/>
              </a:defRPr>
            </a:lvl9pPr>
          </a:lstStyle>
          <a:p xmlns:a="http://schemas.openxmlformats.org/drawingml/2006/main">
            <a:pPr>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defRPr sz="3300" b="1">
                <a:solidFill>
                  <a:srgbClr val="000926"/>
                </a:solidFill>
                <a:latin typeface="Apple SD Gothic Neo"/>
                <a:ea typeface="Apple SD Gothic Neo"/>
                <a:cs typeface="Apple SD Gothic Neo"/>
              </a:defRPr>
            </a:lvl1pPr>
            <a:lvl2pPr>
              <a:defRPr sz="3300" b="1">
                <a:solidFill>
                  <a:srgbClr val="000926"/>
                </a:solidFill>
                <a:latin typeface="Apple SD Gothic Neo"/>
                <a:ea typeface="Apple SD Gothic Neo"/>
                <a:cs typeface="Apple SD Gothic Neo"/>
              </a:defRPr>
            </a:lvl2pPr>
            <a:lvl3pPr>
              <a:defRPr sz="3300" b="1">
                <a:solidFill>
                  <a:srgbClr val="000926"/>
                </a:solidFill>
                <a:latin typeface="Apple SD Gothic Neo"/>
                <a:ea typeface="Apple SD Gothic Neo"/>
                <a:cs typeface="Apple SD Gothic Neo"/>
              </a:defRPr>
            </a:lvl3pPr>
            <a:lvl4pPr>
              <a:defRPr sz="3300" b="1">
                <a:solidFill>
                  <a:srgbClr val="000926"/>
                </a:solidFill>
                <a:latin typeface="Apple SD Gothic Neo"/>
                <a:ea typeface="Apple SD Gothic Neo"/>
                <a:cs typeface="Apple SD Gothic Neo"/>
              </a:defRPr>
            </a:lvl4pPr>
            <a:lvl5pPr>
              <a:defRPr sz="3300" b="1">
                <a:solidFill>
                  <a:srgbClr val="000926"/>
                </a:solidFill>
                <a:latin typeface="Apple SD Gothic Neo"/>
                <a:ea typeface="Apple SD Gothic Neo"/>
                <a:cs typeface="Apple SD Gothic Neo"/>
              </a:defRPr>
            </a:lvl5pPr>
            <a:lvl6pPr>
              <a:defRPr sz="3300" b="1">
                <a:solidFill>
                  <a:srgbClr val="000926"/>
                </a:solidFill>
                <a:latin typeface="Apple SD Gothic Neo"/>
                <a:ea typeface="Apple SD Gothic Neo"/>
                <a:cs typeface="Apple SD Gothic Neo"/>
              </a:defRPr>
            </a:lvl6pPr>
            <a:lvl7pPr>
              <a:defRPr sz="3300" b="1">
                <a:solidFill>
                  <a:srgbClr val="000926"/>
                </a:solidFill>
                <a:latin typeface="Apple SD Gothic Neo"/>
                <a:ea typeface="Apple SD Gothic Neo"/>
                <a:cs typeface="Apple SD Gothic Neo"/>
              </a:defRPr>
            </a:lvl7pPr>
            <a:lvl8pPr>
              <a:defRPr sz="3300" b="1">
                <a:solidFill>
                  <a:srgbClr val="000926"/>
                </a:solidFill>
                <a:latin typeface="Apple SD Gothic Neo"/>
                <a:ea typeface="Apple SD Gothic Neo"/>
                <a:cs typeface="Apple SD Gothic Neo"/>
              </a:defRPr>
            </a:lvl8pPr>
            <a:lvl9pPr>
              <a:defRPr sz="3300" b="1">
                <a:solidFill>
                  <a:srgbClr val="000926"/>
                </a:solidFill>
                <a:latin typeface="Apple SD Gothic Neo"/>
                <a:ea typeface="Apple SD Gothic Neo"/>
                <a:cs typeface="Apple SD Gothic Neo"/>
              </a:defRPr>
            </a:lvl9pPr>
          </a:lstStyle>
          <a:p xmlns:a="http://schemas.openxmlformats.org/drawingml/2006/main">
            <a:pPr>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구현 결과와 검증</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3/7</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01:05–02:00</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33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defRPr sz="2175" b="1">
                <a:solidFill>
                  <a:srgbClr val="0F52BA"/>
                </a:solidFill>
                <a:latin typeface="Apple SD Gothic Neo"/>
                <a:ea typeface="Apple SD Gothic Neo"/>
                <a:cs typeface="Apple SD Gothic Neo"/>
              </a:defRPr>
            </a:lvl1pPr>
            <a:lvl2pPr>
              <a:defRPr sz="2175" b="1">
                <a:solidFill>
                  <a:srgbClr val="0F52BA"/>
                </a:solidFill>
                <a:latin typeface="Apple SD Gothic Neo"/>
                <a:ea typeface="Apple SD Gothic Neo"/>
                <a:cs typeface="Apple SD Gothic Neo"/>
              </a:defRPr>
            </a:lvl2pPr>
            <a:lvl3pPr>
              <a:defRPr sz="2175" b="1">
                <a:solidFill>
                  <a:srgbClr val="0F52BA"/>
                </a:solidFill>
                <a:latin typeface="Apple SD Gothic Neo"/>
                <a:ea typeface="Apple SD Gothic Neo"/>
                <a:cs typeface="Apple SD Gothic Neo"/>
              </a:defRPr>
            </a:lvl3pPr>
            <a:lvl4pPr>
              <a:defRPr sz="2175" b="1">
                <a:solidFill>
                  <a:srgbClr val="0F52BA"/>
                </a:solidFill>
                <a:latin typeface="Apple SD Gothic Neo"/>
                <a:ea typeface="Apple SD Gothic Neo"/>
                <a:cs typeface="Apple SD Gothic Neo"/>
              </a:defRPr>
            </a:lvl4pPr>
            <a:lvl5pPr>
              <a:defRPr sz="2175" b="1">
                <a:solidFill>
                  <a:srgbClr val="0F52BA"/>
                </a:solidFill>
                <a:latin typeface="Apple SD Gothic Neo"/>
                <a:ea typeface="Apple SD Gothic Neo"/>
                <a:cs typeface="Apple SD Gothic Neo"/>
              </a:defRPr>
            </a:lvl5pPr>
            <a:lvl6pPr>
              <a:defRPr sz="2175" b="1">
                <a:solidFill>
                  <a:srgbClr val="0F52BA"/>
                </a:solidFill>
                <a:latin typeface="Apple SD Gothic Neo"/>
                <a:ea typeface="Apple SD Gothic Neo"/>
                <a:cs typeface="Apple SD Gothic Neo"/>
              </a:defRPr>
            </a:lvl6pPr>
            <a:lvl7pPr>
              <a:defRPr sz="2175" b="1">
                <a:solidFill>
                  <a:srgbClr val="0F52BA"/>
                </a:solidFill>
                <a:latin typeface="Apple SD Gothic Neo"/>
                <a:ea typeface="Apple SD Gothic Neo"/>
                <a:cs typeface="Apple SD Gothic Neo"/>
              </a:defRPr>
            </a:lvl7pPr>
            <a:lvl8pPr>
              <a:defRPr sz="2175" b="1">
                <a:solidFill>
                  <a:srgbClr val="0F52BA"/>
                </a:solidFill>
                <a:latin typeface="Apple SD Gothic Neo"/>
                <a:ea typeface="Apple SD Gothic Neo"/>
                <a:cs typeface="Apple SD Gothic Neo"/>
              </a:defRPr>
            </a:lvl8pPr>
            <a:lvl9pPr>
              <a:defRPr sz="2175" b="1">
                <a:solidFill>
                  <a:srgbClr val="0F52BA"/>
                </a:solidFill>
                <a:latin typeface="Apple SD Gothic Neo"/>
                <a:ea typeface="Apple SD Gothic Neo"/>
                <a:cs typeface="Apple SD Gothic Neo"/>
              </a:defRPr>
            </a:lvl9pPr>
          </a:lstStyle>
          <a:p xmlns:a="http://schemas.openxmlformats.org/drawingml/2006/main">
            <a:pPr>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원고의 실제 검토 결과</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2000250"/>
            <a:ext cx="5048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000926"/>
                </a:solidFill>
                <a:latin typeface="Apple SD Gothic Neo"/>
                <a:ea typeface="Apple SD Gothic Neo"/>
                <a:cs typeface="Apple SD Gothic Neo"/>
              </a:defRPr>
            </a:defPPr>
            <a:lvl1pPr>
              <a:defRPr sz="2625" b="1">
                <a:solidFill>
                  <a:srgbClr val="000926"/>
                </a:solidFill>
                <a:latin typeface="Apple SD Gothic Neo"/>
                <a:ea typeface="Apple SD Gothic Neo"/>
                <a:cs typeface="Apple SD Gothic Neo"/>
              </a:defRPr>
            </a:lvl1pPr>
            <a:lvl2pPr>
              <a:defRPr sz="2625" b="1">
                <a:solidFill>
                  <a:srgbClr val="000926"/>
                </a:solidFill>
                <a:latin typeface="Apple SD Gothic Neo"/>
                <a:ea typeface="Apple SD Gothic Neo"/>
                <a:cs typeface="Apple SD Gothic Neo"/>
              </a:defRPr>
            </a:lvl2pPr>
            <a:lvl3pPr>
              <a:defRPr sz="2625" b="1">
                <a:solidFill>
                  <a:srgbClr val="000926"/>
                </a:solidFill>
                <a:latin typeface="Apple SD Gothic Neo"/>
                <a:ea typeface="Apple SD Gothic Neo"/>
                <a:cs typeface="Apple SD Gothic Neo"/>
              </a:defRPr>
            </a:lvl3pPr>
            <a:lvl4pPr>
              <a:defRPr sz="2625" b="1">
                <a:solidFill>
                  <a:srgbClr val="000926"/>
                </a:solidFill>
                <a:latin typeface="Apple SD Gothic Neo"/>
                <a:ea typeface="Apple SD Gothic Neo"/>
                <a:cs typeface="Apple SD Gothic Neo"/>
              </a:defRPr>
            </a:lvl4pPr>
            <a:lvl5pPr>
              <a:defRPr sz="2625" b="1">
                <a:solidFill>
                  <a:srgbClr val="000926"/>
                </a:solidFill>
                <a:latin typeface="Apple SD Gothic Neo"/>
                <a:ea typeface="Apple SD Gothic Neo"/>
                <a:cs typeface="Apple SD Gothic Neo"/>
              </a:defRPr>
            </a:lvl5pPr>
            <a:lvl6pPr>
              <a:defRPr sz="2625" b="1">
                <a:solidFill>
                  <a:srgbClr val="000926"/>
                </a:solidFill>
                <a:latin typeface="Apple SD Gothic Neo"/>
                <a:ea typeface="Apple SD Gothic Neo"/>
                <a:cs typeface="Apple SD Gothic Neo"/>
              </a:defRPr>
            </a:lvl6pPr>
            <a:lvl7pPr>
              <a:defRPr sz="2625" b="1">
                <a:solidFill>
                  <a:srgbClr val="000926"/>
                </a:solidFill>
                <a:latin typeface="Apple SD Gothic Neo"/>
                <a:ea typeface="Apple SD Gothic Neo"/>
                <a:cs typeface="Apple SD Gothic Neo"/>
              </a:defRPr>
            </a:lvl7pPr>
            <a:lvl8pPr>
              <a:defRPr sz="2625" b="1">
                <a:solidFill>
                  <a:srgbClr val="000926"/>
                </a:solidFill>
                <a:latin typeface="Apple SD Gothic Neo"/>
                <a:ea typeface="Apple SD Gothic Neo"/>
                <a:cs typeface="Apple SD Gothic Neo"/>
              </a:defRPr>
            </a:lvl8pPr>
            <a:lvl9pPr>
              <a:defRPr sz="2625" b="1">
                <a:solidFill>
                  <a:srgbClr val="000926"/>
                </a:solidFill>
                <a:latin typeface="Apple SD Gothic Neo"/>
                <a:ea typeface="Apple SD Gothic Neo"/>
                <a:cs typeface="Apple SD Gothic Neo"/>
              </a:defRPr>
            </a:lvl9pPr>
          </a:lstStyle>
          <a:p xmlns:a="http://schemas.openxmlformats.org/drawingml/2006/main">
            <a:pPr>
              <a:defRPr sz="2625" b="1">
                <a:solidFill>
                  <a:srgbClr val="000926"/>
                </a:solidFill>
                <a:latin typeface="Apple SD Gothic Neo"/>
                <a:ea typeface="Apple SD Gothic Neo"/>
                <a:cs typeface="Apple SD Gothic Neo"/>
              </a:defRPr>
            </a:pPr>
            <a:r>
              <a:rPr sz="2625" b="1">
                <a:solidFill>
                  <a:srgbClr val="000926"/>
                </a:solidFill>
                <a:latin typeface="Apple SD Gothic Neo"/>
                <a:ea typeface="Apple SD Gothic Neo"/>
                <a:cs typeface="Apple SD Gothic Neo"/>
              </a:rPr>
              <a:t>하나뿐인 열쇠</a:t>
            </a:r>
          </a:p>
          <a:p xmlns:a="http://schemas.openxmlformats.org/drawingml/2006/main">
            <a:pPr>
              <a:defRPr sz="2625" b="1">
                <a:solidFill>
                  <a:srgbClr val="000926"/>
                </a:solidFill>
                <a:latin typeface="Apple SD Gothic Neo"/>
                <a:ea typeface="Apple SD Gothic Neo"/>
                <a:cs typeface="Apple SD Gothic Neo"/>
              </a:defRPr>
            </a:pPr>
            <a:r>
              <a:rPr sz="2625" b="1">
                <a:solidFill>
                  <a:srgbClr val="000926"/>
                </a:solidFill>
                <a:latin typeface="Apple SD Gothic Neo"/>
                <a:ea typeface="Apple SD Gothic Neo"/>
                <a:cs typeface="Apple SD Gothic Neo"/>
              </a:rPr>
              <a:t>같은 정오, 서로 다른 두 장소</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3286125"/>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defRPr sz="2175" b="0">
                <a:solidFill>
                  <a:srgbClr val="172B45"/>
                </a:solidFill>
                <a:latin typeface="Apple SD Gothic Neo"/>
                <a:ea typeface="Apple SD Gothic Neo"/>
                <a:cs typeface="Apple SD Gothic Neo"/>
              </a:defRPr>
            </a:lvl1pPr>
            <a:lvl2pPr>
              <a:defRPr sz="2175" b="0">
                <a:solidFill>
                  <a:srgbClr val="172B45"/>
                </a:solidFill>
                <a:latin typeface="Apple SD Gothic Neo"/>
                <a:ea typeface="Apple SD Gothic Neo"/>
                <a:cs typeface="Apple SD Gothic Neo"/>
              </a:defRPr>
            </a:lvl2pPr>
            <a:lvl3pPr>
              <a:defRPr sz="2175" b="0">
                <a:solidFill>
                  <a:srgbClr val="172B45"/>
                </a:solidFill>
                <a:latin typeface="Apple SD Gothic Neo"/>
                <a:ea typeface="Apple SD Gothic Neo"/>
                <a:cs typeface="Apple SD Gothic Neo"/>
              </a:defRPr>
            </a:lvl3pPr>
            <a:lvl4pPr>
              <a:defRPr sz="2175" b="0">
                <a:solidFill>
                  <a:srgbClr val="172B45"/>
                </a:solidFill>
                <a:latin typeface="Apple SD Gothic Neo"/>
                <a:ea typeface="Apple SD Gothic Neo"/>
                <a:cs typeface="Apple SD Gothic Neo"/>
              </a:defRPr>
            </a:lvl4pPr>
            <a:lvl5pPr>
              <a:defRPr sz="2175" b="0">
                <a:solidFill>
                  <a:srgbClr val="172B45"/>
                </a:solidFill>
                <a:latin typeface="Apple SD Gothic Neo"/>
                <a:ea typeface="Apple SD Gothic Neo"/>
                <a:cs typeface="Apple SD Gothic Neo"/>
              </a:defRPr>
            </a:lvl5pPr>
            <a:lvl6pPr>
              <a:defRPr sz="2175" b="0">
                <a:solidFill>
                  <a:srgbClr val="172B45"/>
                </a:solidFill>
                <a:latin typeface="Apple SD Gothic Neo"/>
                <a:ea typeface="Apple SD Gothic Neo"/>
                <a:cs typeface="Apple SD Gothic Neo"/>
              </a:defRPr>
            </a:lvl6pPr>
            <a:lvl7pPr>
              <a:defRPr sz="2175" b="0">
                <a:solidFill>
                  <a:srgbClr val="172B45"/>
                </a:solidFill>
                <a:latin typeface="Apple SD Gothic Neo"/>
                <a:ea typeface="Apple SD Gothic Neo"/>
                <a:cs typeface="Apple SD Gothic Neo"/>
              </a:defRPr>
            </a:lvl7pPr>
            <a:lvl8pPr>
              <a:defRPr sz="2175" b="0">
                <a:solidFill>
                  <a:srgbClr val="172B45"/>
                </a:solidFill>
                <a:latin typeface="Apple SD Gothic Neo"/>
                <a:ea typeface="Apple SD Gothic Neo"/>
                <a:cs typeface="Apple SD Gothic Neo"/>
              </a:defRPr>
            </a:lvl8pPr>
            <a:lvl9pPr>
              <a:defRPr sz="2175" b="0">
                <a:solidFill>
                  <a:srgbClr val="172B45"/>
                </a:solidFill>
                <a:latin typeface="Apple SD Gothic Neo"/>
                <a:ea typeface="Apple SD Gothic Neo"/>
                <a:cs typeface="Apple SD Gothic Neo"/>
              </a:defRPr>
            </a:lvl9pPr>
          </a:lstStyle>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내부 모순 1건을 제시하고</a:t>
            </a:r>
          </a:p>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관련 문단 2곳으로 연결</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461962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defRPr sz="2325" b="1">
                <a:solidFill>
                  <a:srgbClr val="0F52BA"/>
                </a:solidFill>
                <a:latin typeface="Apple SD Gothic Neo"/>
                <a:ea typeface="Apple SD Gothic Neo"/>
                <a:cs typeface="Apple SD Gothic Neo"/>
              </a:defRPr>
            </a:lvl1pPr>
            <a:lvl2pPr>
              <a:defRPr sz="2325" b="1">
                <a:solidFill>
                  <a:srgbClr val="0F52BA"/>
                </a:solidFill>
                <a:latin typeface="Apple SD Gothic Neo"/>
                <a:ea typeface="Apple SD Gothic Neo"/>
                <a:cs typeface="Apple SD Gothic Neo"/>
              </a:defRPr>
            </a:lvl2pPr>
            <a:lvl3pPr>
              <a:defRPr sz="2325" b="1">
                <a:solidFill>
                  <a:srgbClr val="0F52BA"/>
                </a:solidFill>
                <a:latin typeface="Apple SD Gothic Neo"/>
                <a:ea typeface="Apple SD Gothic Neo"/>
                <a:cs typeface="Apple SD Gothic Neo"/>
              </a:defRPr>
            </a:lvl3pPr>
            <a:lvl4pPr>
              <a:defRPr sz="2325" b="1">
                <a:solidFill>
                  <a:srgbClr val="0F52BA"/>
                </a:solidFill>
                <a:latin typeface="Apple SD Gothic Neo"/>
                <a:ea typeface="Apple SD Gothic Neo"/>
                <a:cs typeface="Apple SD Gothic Neo"/>
              </a:defRPr>
            </a:lvl4pPr>
            <a:lvl5pPr>
              <a:defRPr sz="2325" b="1">
                <a:solidFill>
                  <a:srgbClr val="0F52BA"/>
                </a:solidFill>
                <a:latin typeface="Apple SD Gothic Neo"/>
                <a:ea typeface="Apple SD Gothic Neo"/>
                <a:cs typeface="Apple SD Gothic Neo"/>
              </a:defRPr>
            </a:lvl5pPr>
            <a:lvl6pPr>
              <a:defRPr sz="2325" b="1">
                <a:solidFill>
                  <a:srgbClr val="0F52BA"/>
                </a:solidFill>
                <a:latin typeface="Apple SD Gothic Neo"/>
                <a:ea typeface="Apple SD Gothic Neo"/>
                <a:cs typeface="Apple SD Gothic Neo"/>
              </a:defRPr>
            </a:lvl6pPr>
            <a:lvl7pPr>
              <a:defRPr sz="2325" b="1">
                <a:solidFill>
                  <a:srgbClr val="0F52BA"/>
                </a:solidFill>
                <a:latin typeface="Apple SD Gothic Neo"/>
                <a:ea typeface="Apple SD Gothic Neo"/>
                <a:cs typeface="Apple SD Gothic Neo"/>
              </a:defRPr>
            </a:lvl7pPr>
            <a:lvl8pPr>
              <a:defRPr sz="2325" b="1">
                <a:solidFill>
                  <a:srgbClr val="0F52BA"/>
                </a:solidFill>
                <a:latin typeface="Apple SD Gothic Neo"/>
                <a:ea typeface="Apple SD Gothic Neo"/>
                <a:cs typeface="Apple SD Gothic Neo"/>
              </a:defRPr>
            </a:lvl8pPr>
            <a:lvl9pPr>
              <a:defRPr sz="2325" b="1">
                <a:solidFill>
                  <a:srgbClr val="0F52BA"/>
                </a:solidFill>
                <a:latin typeface="Apple SD Gothic Neo"/>
                <a:ea typeface="Apple SD Gothic Neo"/>
                <a:cs typeface="Apple SD Gothic Neo"/>
              </a:defRPr>
            </a:lvl9pPr>
          </a:lstStyle>
          <a:p xmlns:a="http://schemas.openxmlformats.org/drawingml/2006/main">
            <a:pPr>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153025"/>
            <a:ext cx="504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defRPr sz="1800" b="0">
                <a:solidFill>
                  <a:srgbClr val="526A84"/>
                </a:solidFill>
                <a:latin typeface="Apple SD Gothic Neo"/>
                <a:ea typeface="Apple SD Gothic Neo"/>
                <a:cs typeface="Apple SD Gothic Neo"/>
              </a:defRPr>
            </a:lvl1pPr>
            <a:lvl2pPr>
              <a:defRPr sz="1800" b="0">
                <a:solidFill>
                  <a:srgbClr val="526A84"/>
                </a:solidFill>
                <a:latin typeface="Apple SD Gothic Neo"/>
                <a:ea typeface="Apple SD Gothic Neo"/>
                <a:cs typeface="Apple SD Gothic Neo"/>
              </a:defRPr>
            </a:lvl2pPr>
            <a:lvl3pPr>
              <a:defRPr sz="1800" b="0">
                <a:solidFill>
                  <a:srgbClr val="526A84"/>
                </a:solidFill>
                <a:latin typeface="Apple SD Gothic Neo"/>
                <a:ea typeface="Apple SD Gothic Neo"/>
                <a:cs typeface="Apple SD Gothic Neo"/>
              </a:defRPr>
            </a:lvl3pPr>
            <a:lvl4pPr>
              <a:defRPr sz="1800" b="0">
                <a:solidFill>
                  <a:srgbClr val="526A84"/>
                </a:solidFill>
                <a:latin typeface="Apple SD Gothic Neo"/>
                <a:ea typeface="Apple SD Gothic Neo"/>
                <a:cs typeface="Apple SD Gothic Neo"/>
              </a:defRPr>
            </a:lvl4pPr>
            <a:lvl5pPr>
              <a:defRPr sz="1800" b="0">
                <a:solidFill>
                  <a:srgbClr val="526A84"/>
                </a:solidFill>
                <a:latin typeface="Apple SD Gothic Neo"/>
                <a:ea typeface="Apple SD Gothic Neo"/>
                <a:cs typeface="Apple SD Gothic Neo"/>
              </a:defRPr>
            </a:lvl5pPr>
            <a:lvl6pPr>
              <a:defRPr sz="1800" b="0">
                <a:solidFill>
                  <a:srgbClr val="526A84"/>
                </a:solidFill>
                <a:latin typeface="Apple SD Gothic Neo"/>
                <a:ea typeface="Apple SD Gothic Neo"/>
                <a:cs typeface="Apple SD Gothic Neo"/>
              </a:defRPr>
            </a:lvl6pPr>
            <a:lvl7pPr>
              <a:defRPr sz="1800" b="0">
                <a:solidFill>
                  <a:srgbClr val="526A84"/>
                </a:solidFill>
                <a:latin typeface="Apple SD Gothic Neo"/>
                <a:ea typeface="Apple SD Gothic Neo"/>
                <a:cs typeface="Apple SD Gothic Neo"/>
              </a:defRPr>
            </a:lvl7pPr>
            <a:lvl8pPr>
              <a:defRPr sz="1800" b="0">
                <a:solidFill>
                  <a:srgbClr val="526A84"/>
                </a:solidFill>
                <a:latin typeface="Apple SD Gothic Neo"/>
                <a:ea typeface="Apple SD Gothic Neo"/>
                <a:cs typeface="Apple SD Gothic Neo"/>
              </a:defRPr>
            </a:lvl8pPr>
            <a:lvl9pPr>
              <a:defRPr sz="1800" b="0">
                <a:solidFill>
                  <a:srgbClr val="526A84"/>
                </a:solidFill>
                <a:latin typeface="Apple SD Gothic Neo"/>
                <a:ea typeface="Apple SD Gothic Neo"/>
                <a:cs typeface="Apple SD Gothic Neo"/>
              </a:defRPr>
            </a:lvl9pPr>
          </a:lstStyle>
          <a:p xmlns:a="http://schemas.openxmlformats.org/drawingml/2006/main">
            <a:pPr>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정상 예외 6건과 실제 문제 4건</a:t>
            </a:r>
          </a:p>
          <a:p xmlns:a="http://schemas.openxmlformats.org/drawingml/2006/main">
            <a:pPr>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소규모 회귀 검사이며 일반 정확도는 아님</a:t>
            </a:r>
          </a:p>
        </p:txBody>
      </p:sp>
      <p:pic>
        <p:nvPicPr>
          <p:cNvPr id="9" name="">
            <a:extLst xmlns:a="http://schemas.openxmlformats.org/drawingml/2006/main">
              <a:ext uri="{FF2B5EF4-FFF2-40B4-BE49-F238E27FC236}">
                <a16:creationId xmlns:a16="http://schemas.microsoft.com/office/drawing/2014/main" id="{079F092F-C094-42B7-8D3F-43BE964E53E1}"/>
              </a:ext>
            </a:extLst>
          </p:cNvPr>
          <p:cNvPicPr>
            <a:picLocks xmlns:a="http://schemas.openxmlformats.org/drawingml/2006/main" noChangeAspect="1"/>
          </p:cNvPicPr>
          <p:nvPr/>
        </p:nvPicPr>
        <p:blipFill>
          <a:blip xmlns:r="http://schemas.openxmlformats.org/officeDocument/2006/relationships" xmlns:a="http://schemas.openxmlformats.org/drawingml/2006/main" r:embed="R60523f419f1f4ee5"/>
          <a:srcRect xmlns:a="http://schemas.openxmlformats.org/drawingml/2006/main" l="24000" t="26000" r="25000" b="24000"/>
          <a:stretch xmlns:a="http://schemas.openxmlformats.org/drawingml/2006/main"/>
        </p:blipFill>
        <p:spPr>
          <a:xfrm xmlns:a="http://schemas.openxmlformats.org/drawingml/2006/main">
            <a:off x="6000750" y="1381125"/>
            <a:ext cx="5572125" cy="4667250"/>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5A9E6384-71C8-4180-B5A3-51AB53E6E9D5}"/>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C3A38B8D-C7B5-4569-979C-47B543661AB1}"/>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5E9830F7-659D-4B7A-815A-E3B3BE65DFC0}"/>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0D2D3309-1751-49BF-B465-DDC45F5AB33F}"/>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defRPr sz="3300" b="1">
                <a:solidFill>
                  <a:srgbClr val="000926"/>
                </a:solidFill>
                <a:latin typeface="Apple SD Gothic Neo"/>
                <a:ea typeface="Apple SD Gothic Neo"/>
                <a:cs typeface="Apple SD Gothic Neo"/>
              </a:defRPr>
            </a:lvl1pPr>
            <a:lvl2pPr>
              <a:defRPr sz="3300" b="1">
                <a:solidFill>
                  <a:srgbClr val="000926"/>
                </a:solidFill>
                <a:latin typeface="Apple SD Gothic Neo"/>
                <a:ea typeface="Apple SD Gothic Neo"/>
                <a:cs typeface="Apple SD Gothic Neo"/>
              </a:defRPr>
            </a:lvl2pPr>
            <a:lvl3pPr>
              <a:defRPr sz="3300" b="1">
                <a:solidFill>
                  <a:srgbClr val="000926"/>
                </a:solidFill>
                <a:latin typeface="Apple SD Gothic Neo"/>
                <a:ea typeface="Apple SD Gothic Neo"/>
                <a:cs typeface="Apple SD Gothic Neo"/>
              </a:defRPr>
            </a:lvl3pPr>
            <a:lvl4pPr>
              <a:defRPr sz="3300" b="1">
                <a:solidFill>
                  <a:srgbClr val="000926"/>
                </a:solidFill>
                <a:latin typeface="Apple SD Gothic Neo"/>
                <a:ea typeface="Apple SD Gothic Neo"/>
                <a:cs typeface="Apple SD Gothic Neo"/>
              </a:defRPr>
            </a:lvl4pPr>
            <a:lvl5pPr>
              <a:defRPr sz="3300" b="1">
                <a:solidFill>
                  <a:srgbClr val="000926"/>
                </a:solidFill>
                <a:latin typeface="Apple SD Gothic Neo"/>
                <a:ea typeface="Apple SD Gothic Neo"/>
                <a:cs typeface="Apple SD Gothic Neo"/>
              </a:defRPr>
            </a:lvl5pPr>
            <a:lvl6pPr>
              <a:defRPr sz="3300" b="1">
                <a:solidFill>
                  <a:srgbClr val="000926"/>
                </a:solidFill>
                <a:latin typeface="Apple SD Gothic Neo"/>
                <a:ea typeface="Apple SD Gothic Neo"/>
                <a:cs typeface="Apple SD Gothic Neo"/>
              </a:defRPr>
            </a:lvl6pPr>
            <a:lvl7pPr>
              <a:defRPr sz="3300" b="1">
                <a:solidFill>
                  <a:srgbClr val="000926"/>
                </a:solidFill>
                <a:latin typeface="Apple SD Gothic Neo"/>
                <a:ea typeface="Apple SD Gothic Neo"/>
                <a:cs typeface="Apple SD Gothic Neo"/>
              </a:defRPr>
            </a:lvl7pPr>
            <a:lvl8pPr>
              <a:defRPr sz="3300" b="1">
                <a:solidFill>
                  <a:srgbClr val="000926"/>
                </a:solidFill>
                <a:latin typeface="Apple SD Gothic Neo"/>
                <a:ea typeface="Apple SD Gothic Neo"/>
                <a:cs typeface="Apple SD Gothic Neo"/>
              </a:defRPr>
            </a:lvl8pPr>
            <a:lvl9pPr>
              <a:defRPr sz="3300" b="1">
                <a:solidFill>
                  <a:srgbClr val="000926"/>
                </a:solidFill>
                <a:latin typeface="Apple SD Gothic Neo"/>
                <a:ea typeface="Apple SD Gothic Neo"/>
                <a:cs typeface="Apple SD Gothic Neo"/>
              </a:defRPr>
            </a:lvl9pPr>
          </a:lstStyle>
          <a:p xmlns:a="http://schemas.openxmlformats.org/drawingml/2006/main">
            <a:pPr>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4/7</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02:00–03:00</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defRPr sz="2100" b="1">
                <a:solidFill>
                  <a:srgbClr val="0F52BA"/>
                </a:solidFill>
                <a:latin typeface="Apple SD Gothic Neo"/>
                <a:ea typeface="Apple SD Gothic Neo"/>
                <a:cs typeface="Apple SD Gothic Neo"/>
              </a:defRPr>
            </a:lvl1pPr>
            <a:lvl2pPr>
              <a:defRPr sz="2100" b="1">
                <a:solidFill>
                  <a:srgbClr val="0F52BA"/>
                </a:solidFill>
                <a:latin typeface="Apple SD Gothic Neo"/>
                <a:ea typeface="Apple SD Gothic Neo"/>
                <a:cs typeface="Apple SD Gothic Neo"/>
              </a:defRPr>
            </a:lvl2pPr>
            <a:lvl3pPr>
              <a:defRPr sz="2100" b="1">
                <a:solidFill>
                  <a:srgbClr val="0F52BA"/>
                </a:solidFill>
                <a:latin typeface="Apple SD Gothic Neo"/>
                <a:ea typeface="Apple SD Gothic Neo"/>
                <a:cs typeface="Apple SD Gothic Neo"/>
              </a:defRPr>
            </a:lvl3pPr>
            <a:lvl4pPr>
              <a:defRPr sz="2100" b="1">
                <a:solidFill>
                  <a:srgbClr val="0F52BA"/>
                </a:solidFill>
                <a:latin typeface="Apple SD Gothic Neo"/>
                <a:ea typeface="Apple SD Gothic Neo"/>
                <a:cs typeface="Apple SD Gothic Neo"/>
              </a:defRPr>
            </a:lvl4pPr>
            <a:lvl5pPr>
              <a:defRPr sz="2100" b="1">
                <a:solidFill>
                  <a:srgbClr val="0F52BA"/>
                </a:solidFill>
                <a:latin typeface="Apple SD Gothic Neo"/>
                <a:ea typeface="Apple SD Gothic Neo"/>
                <a:cs typeface="Apple SD Gothic Neo"/>
              </a:defRPr>
            </a:lvl5pPr>
            <a:lvl6pPr>
              <a:defRPr sz="2100" b="1">
                <a:solidFill>
                  <a:srgbClr val="0F52BA"/>
                </a:solidFill>
                <a:latin typeface="Apple SD Gothic Neo"/>
                <a:ea typeface="Apple SD Gothic Neo"/>
                <a:cs typeface="Apple SD Gothic Neo"/>
              </a:defRPr>
            </a:lvl6pPr>
            <a:lvl7pPr>
              <a:defRPr sz="2100" b="1">
                <a:solidFill>
                  <a:srgbClr val="0F52BA"/>
                </a:solidFill>
                <a:latin typeface="Apple SD Gothic Neo"/>
                <a:ea typeface="Apple SD Gothic Neo"/>
                <a:cs typeface="Apple SD Gothic Neo"/>
              </a:defRPr>
            </a:lvl7pPr>
            <a:lvl8pPr>
              <a:defRPr sz="2100" b="1">
                <a:solidFill>
                  <a:srgbClr val="0F52BA"/>
                </a:solidFill>
                <a:latin typeface="Apple SD Gothic Neo"/>
                <a:ea typeface="Apple SD Gothic Neo"/>
                <a:cs typeface="Apple SD Gothic Neo"/>
              </a:defRPr>
            </a:lvl8pPr>
            <a:lvl9pPr>
              <a:defRPr sz="2100" b="1">
                <a:solidFill>
                  <a:srgbClr val="0F52BA"/>
                </a:solidFill>
                <a:latin typeface="Apple SD Gothic Neo"/>
                <a:ea typeface="Apple SD Gothic Neo"/>
                <a:cs typeface="Apple SD Gothic Neo"/>
              </a:defRPr>
            </a:lvl9pPr>
          </a:lstStyle>
          <a:p xmlns:a="http://schemas.openxmlformats.org/drawingml/2006/main">
            <a:pPr>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defRPr sz="2025" b="1">
                <a:solidFill>
                  <a:srgbClr val="172B45"/>
                </a:solidFill>
                <a:latin typeface="Apple SD Gothic Neo"/>
                <a:ea typeface="Apple SD Gothic Neo"/>
                <a:cs typeface="Apple SD Gothic Neo"/>
              </a:defRPr>
            </a:lvl1pPr>
            <a:lvl2pPr algn="ctr">
              <a:defRPr sz="2025" b="1">
                <a:solidFill>
                  <a:srgbClr val="172B45"/>
                </a:solidFill>
                <a:latin typeface="Apple SD Gothic Neo"/>
                <a:ea typeface="Apple SD Gothic Neo"/>
                <a:cs typeface="Apple SD Gothic Neo"/>
              </a:defRPr>
            </a:lvl2pPr>
            <a:lvl3pPr algn="ctr">
              <a:defRPr sz="2025" b="1">
                <a:solidFill>
                  <a:srgbClr val="172B45"/>
                </a:solidFill>
                <a:latin typeface="Apple SD Gothic Neo"/>
                <a:ea typeface="Apple SD Gothic Neo"/>
                <a:cs typeface="Apple SD Gothic Neo"/>
              </a:defRPr>
            </a:lvl3pPr>
            <a:lvl4pPr algn="ctr">
              <a:defRPr sz="2025" b="1">
                <a:solidFill>
                  <a:srgbClr val="172B45"/>
                </a:solidFill>
                <a:latin typeface="Apple SD Gothic Neo"/>
                <a:ea typeface="Apple SD Gothic Neo"/>
                <a:cs typeface="Apple SD Gothic Neo"/>
              </a:defRPr>
            </a:lvl4pPr>
            <a:lvl5pPr algn="ctr">
              <a:defRPr sz="2025" b="1">
                <a:solidFill>
                  <a:srgbClr val="172B45"/>
                </a:solidFill>
                <a:latin typeface="Apple SD Gothic Neo"/>
                <a:ea typeface="Apple SD Gothic Neo"/>
                <a:cs typeface="Apple SD Gothic Neo"/>
              </a:defRPr>
            </a:lvl5pPr>
            <a:lvl6pPr algn="ctr">
              <a:defRPr sz="2025" b="1">
                <a:solidFill>
                  <a:srgbClr val="172B45"/>
                </a:solidFill>
                <a:latin typeface="Apple SD Gothic Neo"/>
                <a:ea typeface="Apple SD Gothic Neo"/>
                <a:cs typeface="Apple SD Gothic Neo"/>
              </a:defRPr>
            </a:lvl6pPr>
            <a:lvl7pPr algn="ctr">
              <a:defRPr sz="2025" b="1">
                <a:solidFill>
                  <a:srgbClr val="172B45"/>
                </a:solidFill>
                <a:latin typeface="Apple SD Gothic Neo"/>
                <a:ea typeface="Apple SD Gothic Neo"/>
                <a:cs typeface="Apple SD Gothic Neo"/>
              </a:defRPr>
            </a:lvl7pPr>
            <a:lvl8pPr algn="ctr">
              <a:defRPr sz="2025" b="1">
                <a:solidFill>
                  <a:srgbClr val="172B45"/>
                </a:solidFill>
                <a:latin typeface="Apple SD Gothic Neo"/>
                <a:ea typeface="Apple SD Gothic Neo"/>
                <a:cs typeface="Apple SD Gothic Neo"/>
              </a:defRPr>
            </a:lvl8pPr>
            <a:lvl9pPr algn="ctr">
              <a:defRPr sz="2025" b="1">
                <a:solidFill>
                  <a:srgbClr val="172B45"/>
                </a:solidFill>
                <a:latin typeface="Apple SD Gothic Neo"/>
                <a:ea typeface="Apple SD Gothic Neo"/>
                <a:cs typeface="Apple SD Gothic Neo"/>
              </a:defRPr>
            </a:lvl9pPr>
          </a:lstStyle>
          <a:p xmlns:a="http://schemas.openxmlformats.org/drawingml/2006/main">
            <a:pPr algn="ctr">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defRPr sz="2025" b="1">
                <a:solidFill>
                  <a:srgbClr val="172B45"/>
                </a:solidFill>
                <a:latin typeface="Apple SD Gothic Neo"/>
                <a:ea typeface="Apple SD Gothic Neo"/>
                <a:cs typeface="Apple SD Gothic Neo"/>
              </a:defRPr>
            </a:lvl1pPr>
            <a:lvl2pPr algn="ctr">
              <a:defRPr sz="2025" b="1">
                <a:solidFill>
                  <a:srgbClr val="172B45"/>
                </a:solidFill>
                <a:latin typeface="Apple SD Gothic Neo"/>
                <a:ea typeface="Apple SD Gothic Neo"/>
                <a:cs typeface="Apple SD Gothic Neo"/>
              </a:defRPr>
            </a:lvl2pPr>
            <a:lvl3pPr algn="ctr">
              <a:defRPr sz="2025" b="1">
                <a:solidFill>
                  <a:srgbClr val="172B45"/>
                </a:solidFill>
                <a:latin typeface="Apple SD Gothic Neo"/>
                <a:ea typeface="Apple SD Gothic Neo"/>
                <a:cs typeface="Apple SD Gothic Neo"/>
              </a:defRPr>
            </a:lvl3pPr>
            <a:lvl4pPr algn="ctr">
              <a:defRPr sz="2025" b="1">
                <a:solidFill>
                  <a:srgbClr val="172B45"/>
                </a:solidFill>
                <a:latin typeface="Apple SD Gothic Neo"/>
                <a:ea typeface="Apple SD Gothic Neo"/>
                <a:cs typeface="Apple SD Gothic Neo"/>
              </a:defRPr>
            </a:lvl4pPr>
            <a:lvl5pPr algn="ctr">
              <a:defRPr sz="2025" b="1">
                <a:solidFill>
                  <a:srgbClr val="172B45"/>
                </a:solidFill>
                <a:latin typeface="Apple SD Gothic Neo"/>
                <a:ea typeface="Apple SD Gothic Neo"/>
                <a:cs typeface="Apple SD Gothic Neo"/>
              </a:defRPr>
            </a:lvl5pPr>
            <a:lvl6pPr algn="ctr">
              <a:defRPr sz="2025" b="1">
                <a:solidFill>
                  <a:srgbClr val="172B45"/>
                </a:solidFill>
                <a:latin typeface="Apple SD Gothic Neo"/>
                <a:ea typeface="Apple SD Gothic Neo"/>
                <a:cs typeface="Apple SD Gothic Neo"/>
              </a:defRPr>
            </a:lvl6pPr>
            <a:lvl7pPr algn="ctr">
              <a:defRPr sz="2025" b="1">
                <a:solidFill>
                  <a:srgbClr val="172B45"/>
                </a:solidFill>
                <a:latin typeface="Apple SD Gothic Neo"/>
                <a:ea typeface="Apple SD Gothic Neo"/>
                <a:cs typeface="Apple SD Gothic Neo"/>
              </a:defRPr>
            </a:lvl7pPr>
            <a:lvl8pPr algn="ctr">
              <a:defRPr sz="2025" b="1">
                <a:solidFill>
                  <a:srgbClr val="172B45"/>
                </a:solidFill>
                <a:latin typeface="Apple SD Gothic Neo"/>
                <a:ea typeface="Apple SD Gothic Neo"/>
                <a:cs typeface="Apple SD Gothic Neo"/>
              </a:defRPr>
            </a:lvl8pPr>
            <a:lvl9pPr algn="ctr">
              <a:defRPr sz="2025" b="1">
                <a:solidFill>
                  <a:srgbClr val="172B45"/>
                </a:solidFill>
                <a:latin typeface="Apple SD Gothic Neo"/>
                <a:ea typeface="Apple SD Gothic Neo"/>
                <a:cs typeface="Apple SD Gothic Neo"/>
              </a:defRPr>
            </a:lvl9pPr>
          </a:lstStyle>
          <a:p xmlns:a="http://schemas.openxmlformats.org/drawingml/2006/main">
            <a:pPr algn="ctr">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defRPr sz="2025" b="1">
                <a:solidFill>
                  <a:srgbClr val="172B45"/>
                </a:solidFill>
                <a:latin typeface="Apple SD Gothic Neo"/>
                <a:ea typeface="Apple SD Gothic Neo"/>
                <a:cs typeface="Apple SD Gothic Neo"/>
              </a:defRPr>
            </a:lvl1pPr>
            <a:lvl2pPr algn="ctr">
              <a:defRPr sz="2025" b="1">
                <a:solidFill>
                  <a:srgbClr val="172B45"/>
                </a:solidFill>
                <a:latin typeface="Apple SD Gothic Neo"/>
                <a:ea typeface="Apple SD Gothic Neo"/>
                <a:cs typeface="Apple SD Gothic Neo"/>
              </a:defRPr>
            </a:lvl2pPr>
            <a:lvl3pPr algn="ctr">
              <a:defRPr sz="2025" b="1">
                <a:solidFill>
                  <a:srgbClr val="172B45"/>
                </a:solidFill>
                <a:latin typeface="Apple SD Gothic Neo"/>
                <a:ea typeface="Apple SD Gothic Neo"/>
                <a:cs typeface="Apple SD Gothic Neo"/>
              </a:defRPr>
            </a:lvl3pPr>
            <a:lvl4pPr algn="ctr">
              <a:defRPr sz="2025" b="1">
                <a:solidFill>
                  <a:srgbClr val="172B45"/>
                </a:solidFill>
                <a:latin typeface="Apple SD Gothic Neo"/>
                <a:ea typeface="Apple SD Gothic Neo"/>
                <a:cs typeface="Apple SD Gothic Neo"/>
              </a:defRPr>
            </a:lvl4pPr>
            <a:lvl5pPr algn="ctr">
              <a:defRPr sz="2025" b="1">
                <a:solidFill>
                  <a:srgbClr val="172B45"/>
                </a:solidFill>
                <a:latin typeface="Apple SD Gothic Neo"/>
                <a:ea typeface="Apple SD Gothic Neo"/>
                <a:cs typeface="Apple SD Gothic Neo"/>
              </a:defRPr>
            </a:lvl5pPr>
            <a:lvl6pPr algn="ctr">
              <a:defRPr sz="2025" b="1">
                <a:solidFill>
                  <a:srgbClr val="172B45"/>
                </a:solidFill>
                <a:latin typeface="Apple SD Gothic Neo"/>
                <a:ea typeface="Apple SD Gothic Neo"/>
                <a:cs typeface="Apple SD Gothic Neo"/>
              </a:defRPr>
            </a:lvl6pPr>
            <a:lvl7pPr algn="ctr">
              <a:defRPr sz="2025" b="1">
                <a:solidFill>
                  <a:srgbClr val="172B45"/>
                </a:solidFill>
                <a:latin typeface="Apple SD Gothic Neo"/>
                <a:ea typeface="Apple SD Gothic Neo"/>
                <a:cs typeface="Apple SD Gothic Neo"/>
              </a:defRPr>
            </a:lvl7pPr>
            <a:lvl8pPr algn="ctr">
              <a:defRPr sz="2025" b="1">
                <a:solidFill>
                  <a:srgbClr val="172B45"/>
                </a:solidFill>
                <a:latin typeface="Apple SD Gothic Neo"/>
                <a:ea typeface="Apple SD Gothic Neo"/>
                <a:cs typeface="Apple SD Gothic Neo"/>
              </a:defRPr>
            </a:lvl8pPr>
            <a:lvl9pPr algn="ctr">
              <a:defRPr sz="2025" b="1">
                <a:solidFill>
                  <a:srgbClr val="172B45"/>
                </a:solidFill>
                <a:latin typeface="Apple SD Gothic Neo"/>
                <a:ea typeface="Apple SD Gothic Neo"/>
                <a:cs typeface="Apple SD Gothic Neo"/>
              </a:defRPr>
            </a:lvl9pPr>
          </a:lstStyle>
          <a:p xmlns:a="http://schemas.openxmlformats.org/drawingml/2006/main">
            <a:pPr algn="ctr">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defRPr sz="2025" b="1">
                <a:solidFill>
                  <a:srgbClr val="172B45"/>
                </a:solidFill>
                <a:latin typeface="Apple SD Gothic Neo"/>
                <a:ea typeface="Apple SD Gothic Neo"/>
                <a:cs typeface="Apple SD Gothic Neo"/>
              </a:defRPr>
            </a:lvl1pPr>
            <a:lvl2pPr algn="ctr">
              <a:defRPr sz="2025" b="1">
                <a:solidFill>
                  <a:srgbClr val="172B45"/>
                </a:solidFill>
                <a:latin typeface="Apple SD Gothic Neo"/>
                <a:ea typeface="Apple SD Gothic Neo"/>
                <a:cs typeface="Apple SD Gothic Neo"/>
              </a:defRPr>
            </a:lvl2pPr>
            <a:lvl3pPr algn="ctr">
              <a:defRPr sz="2025" b="1">
                <a:solidFill>
                  <a:srgbClr val="172B45"/>
                </a:solidFill>
                <a:latin typeface="Apple SD Gothic Neo"/>
                <a:ea typeface="Apple SD Gothic Neo"/>
                <a:cs typeface="Apple SD Gothic Neo"/>
              </a:defRPr>
            </a:lvl3pPr>
            <a:lvl4pPr algn="ctr">
              <a:defRPr sz="2025" b="1">
                <a:solidFill>
                  <a:srgbClr val="172B45"/>
                </a:solidFill>
                <a:latin typeface="Apple SD Gothic Neo"/>
                <a:ea typeface="Apple SD Gothic Neo"/>
                <a:cs typeface="Apple SD Gothic Neo"/>
              </a:defRPr>
            </a:lvl4pPr>
            <a:lvl5pPr algn="ctr">
              <a:defRPr sz="2025" b="1">
                <a:solidFill>
                  <a:srgbClr val="172B45"/>
                </a:solidFill>
                <a:latin typeface="Apple SD Gothic Neo"/>
                <a:ea typeface="Apple SD Gothic Neo"/>
                <a:cs typeface="Apple SD Gothic Neo"/>
              </a:defRPr>
            </a:lvl5pPr>
            <a:lvl6pPr algn="ctr">
              <a:defRPr sz="2025" b="1">
                <a:solidFill>
                  <a:srgbClr val="172B45"/>
                </a:solidFill>
                <a:latin typeface="Apple SD Gothic Neo"/>
                <a:ea typeface="Apple SD Gothic Neo"/>
                <a:cs typeface="Apple SD Gothic Neo"/>
              </a:defRPr>
            </a:lvl6pPr>
            <a:lvl7pPr algn="ctr">
              <a:defRPr sz="2025" b="1">
                <a:solidFill>
                  <a:srgbClr val="172B45"/>
                </a:solidFill>
                <a:latin typeface="Apple SD Gothic Neo"/>
                <a:ea typeface="Apple SD Gothic Neo"/>
                <a:cs typeface="Apple SD Gothic Neo"/>
              </a:defRPr>
            </a:lvl7pPr>
            <a:lvl8pPr algn="ctr">
              <a:defRPr sz="2025" b="1">
                <a:solidFill>
                  <a:srgbClr val="172B45"/>
                </a:solidFill>
                <a:latin typeface="Apple SD Gothic Neo"/>
                <a:ea typeface="Apple SD Gothic Neo"/>
                <a:cs typeface="Apple SD Gothic Neo"/>
              </a:defRPr>
            </a:lvl8pPr>
            <a:lvl9pPr algn="ctr">
              <a:defRPr sz="2025" b="1">
                <a:solidFill>
                  <a:srgbClr val="172B45"/>
                </a:solidFill>
                <a:latin typeface="Apple SD Gothic Neo"/>
                <a:ea typeface="Apple SD Gothic Neo"/>
                <a:cs typeface="Apple SD Gothic Neo"/>
              </a:defRPr>
            </a:lvl9pPr>
          </a:lstStyle>
          <a:p xmlns:a="http://schemas.openxmlformats.org/drawingml/2006/main">
            <a:pPr algn="ctr">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defRPr sz="1725" b="0">
                <a:solidFill>
                  <a:srgbClr val="526A84"/>
                </a:solidFill>
                <a:latin typeface="Apple SD Gothic Neo"/>
                <a:ea typeface="Apple SD Gothic Neo"/>
                <a:cs typeface="Apple SD Gothic Neo"/>
              </a:defRPr>
            </a:lvl1pPr>
            <a:lvl2pPr>
              <a:defRPr sz="1725" b="0">
                <a:solidFill>
                  <a:srgbClr val="526A84"/>
                </a:solidFill>
                <a:latin typeface="Apple SD Gothic Neo"/>
                <a:ea typeface="Apple SD Gothic Neo"/>
                <a:cs typeface="Apple SD Gothic Neo"/>
              </a:defRPr>
            </a:lvl2pPr>
            <a:lvl3pPr>
              <a:defRPr sz="1725" b="0">
                <a:solidFill>
                  <a:srgbClr val="526A84"/>
                </a:solidFill>
                <a:latin typeface="Apple SD Gothic Neo"/>
                <a:ea typeface="Apple SD Gothic Neo"/>
                <a:cs typeface="Apple SD Gothic Neo"/>
              </a:defRPr>
            </a:lvl3pPr>
            <a:lvl4pPr>
              <a:defRPr sz="1725" b="0">
                <a:solidFill>
                  <a:srgbClr val="526A84"/>
                </a:solidFill>
                <a:latin typeface="Apple SD Gothic Neo"/>
                <a:ea typeface="Apple SD Gothic Neo"/>
                <a:cs typeface="Apple SD Gothic Neo"/>
              </a:defRPr>
            </a:lvl4pPr>
            <a:lvl5pPr>
              <a:defRPr sz="1725" b="0">
                <a:solidFill>
                  <a:srgbClr val="526A84"/>
                </a:solidFill>
                <a:latin typeface="Apple SD Gothic Neo"/>
                <a:ea typeface="Apple SD Gothic Neo"/>
                <a:cs typeface="Apple SD Gothic Neo"/>
              </a:defRPr>
            </a:lvl5pPr>
            <a:lvl6pPr>
              <a:defRPr sz="1725" b="0">
                <a:solidFill>
                  <a:srgbClr val="526A84"/>
                </a:solidFill>
                <a:latin typeface="Apple SD Gothic Neo"/>
                <a:ea typeface="Apple SD Gothic Neo"/>
                <a:cs typeface="Apple SD Gothic Neo"/>
              </a:defRPr>
            </a:lvl6pPr>
            <a:lvl7pPr>
              <a:defRPr sz="1725" b="0">
                <a:solidFill>
                  <a:srgbClr val="526A84"/>
                </a:solidFill>
                <a:latin typeface="Apple SD Gothic Neo"/>
                <a:ea typeface="Apple SD Gothic Neo"/>
                <a:cs typeface="Apple SD Gothic Neo"/>
              </a:defRPr>
            </a:lvl7pPr>
            <a:lvl8pPr>
              <a:defRPr sz="1725" b="0">
                <a:solidFill>
                  <a:srgbClr val="526A84"/>
                </a:solidFill>
                <a:latin typeface="Apple SD Gothic Neo"/>
                <a:ea typeface="Apple SD Gothic Neo"/>
                <a:cs typeface="Apple SD Gothic Neo"/>
              </a:defRPr>
            </a:lvl8pPr>
            <a:lvl9pPr>
              <a:defRPr sz="1725" b="0">
                <a:solidFill>
                  <a:srgbClr val="526A84"/>
                </a:solidFill>
                <a:latin typeface="Apple SD Gothic Neo"/>
                <a:ea typeface="Apple SD Gothic Neo"/>
                <a:cs typeface="Apple SD Gothic Neo"/>
              </a:defRPr>
            </a:lvl9pPr>
          </a:lstStyle>
          <a:p xmlns:a="http://schemas.openxmlformats.org/drawingml/2006/main">
            <a:pPr>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defRPr sz="1650" b="0">
                <a:solidFill>
                  <a:srgbClr val="526A84"/>
                </a:solidFill>
                <a:latin typeface="Apple SD Gothic Neo"/>
                <a:ea typeface="Apple SD Gothic Neo"/>
                <a:cs typeface="Apple SD Gothic Neo"/>
              </a:defRPr>
            </a:lvl1pPr>
            <a:lvl2pPr>
              <a:defRPr sz="1650" b="0">
                <a:solidFill>
                  <a:srgbClr val="526A84"/>
                </a:solidFill>
                <a:latin typeface="Apple SD Gothic Neo"/>
                <a:ea typeface="Apple SD Gothic Neo"/>
                <a:cs typeface="Apple SD Gothic Neo"/>
              </a:defRPr>
            </a:lvl2pPr>
            <a:lvl3pPr>
              <a:defRPr sz="1650" b="0">
                <a:solidFill>
                  <a:srgbClr val="526A84"/>
                </a:solidFill>
                <a:latin typeface="Apple SD Gothic Neo"/>
                <a:ea typeface="Apple SD Gothic Neo"/>
                <a:cs typeface="Apple SD Gothic Neo"/>
              </a:defRPr>
            </a:lvl3pPr>
            <a:lvl4pPr>
              <a:defRPr sz="1650" b="0">
                <a:solidFill>
                  <a:srgbClr val="526A84"/>
                </a:solidFill>
                <a:latin typeface="Apple SD Gothic Neo"/>
                <a:ea typeface="Apple SD Gothic Neo"/>
                <a:cs typeface="Apple SD Gothic Neo"/>
              </a:defRPr>
            </a:lvl4pPr>
            <a:lvl5pPr>
              <a:defRPr sz="1650" b="0">
                <a:solidFill>
                  <a:srgbClr val="526A84"/>
                </a:solidFill>
                <a:latin typeface="Apple SD Gothic Neo"/>
                <a:ea typeface="Apple SD Gothic Neo"/>
                <a:cs typeface="Apple SD Gothic Neo"/>
              </a:defRPr>
            </a:lvl5pPr>
            <a:lvl6pPr>
              <a:defRPr sz="1650" b="0">
                <a:solidFill>
                  <a:srgbClr val="526A84"/>
                </a:solidFill>
                <a:latin typeface="Apple SD Gothic Neo"/>
                <a:ea typeface="Apple SD Gothic Neo"/>
                <a:cs typeface="Apple SD Gothic Neo"/>
              </a:defRPr>
            </a:lvl6pPr>
            <a:lvl7pPr>
              <a:defRPr sz="1650" b="0">
                <a:solidFill>
                  <a:srgbClr val="526A84"/>
                </a:solidFill>
                <a:latin typeface="Apple SD Gothic Neo"/>
                <a:ea typeface="Apple SD Gothic Neo"/>
                <a:cs typeface="Apple SD Gothic Neo"/>
              </a:defRPr>
            </a:lvl7pPr>
            <a:lvl8pPr>
              <a:defRPr sz="1650" b="0">
                <a:solidFill>
                  <a:srgbClr val="526A84"/>
                </a:solidFill>
                <a:latin typeface="Apple SD Gothic Neo"/>
                <a:ea typeface="Apple SD Gothic Neo"/>
                <a:cs typeface="Apple SD Gothic Neo"/>
              </a:defRPr>
            </a:lvl8pPr>
            <a:lvl9pPr>
              <a:defRPr sz="1650" b="0">
                <a:solidFill>
                  <a:srgbClr val="526A84"/>
                </a:solidFill>
                <a:latin typeface="Apple SD Gothic Neo"/>
                <a:ea typeface="Apple SD Gothic Neo"/>
                <a:cs typeface="Apple SD Gothic Neo"/>
              </a:defRPr>
            </a:lvl9pPr>
          </a:lstStyle>
          <a:p xmlns:a="http://schemas.openxmlformats.org/drawingml/2006/main">
            <a:pPr>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defRPr sz="1725" b="0">
                <a:solidFill>
                  <a:srgbClr val="526A84"/>
                </a:solidFill>
                <a:latin typeface="Apple SD Gothic Neo"/>
                <a:ea typeface="Apple SD Gothic Neo"/>
                <a:cs typeface="Apple SD Gothic Neo"/>
              </a:defRPr>
            </a:lvl1pPr>
            <a:lvl2pPr>
              <a:defRPr sz="1725" b="0">
                <a:solidFill>
                  <a:srgbClr val="526A84"/>
                </a:solidFill>
                <a:latin typeface="Apple SD Gothic Neo"/>
                <a:ea typeface="Apple SD Gothic Neo"/>
                <a:cs typeface="Apple SD Gothic Neo"/>
              </a:defRPr>
            </a:lvl2pPr>
            <a:lvl3pPr>
              <a:defRPr sz="1725" b="0">
                <a:solidFill>
                  <a:srgbClr val="526A84"/>
                </a:solidFill>
                <a:latin typeface="Apple SD Gothic Neo"/>
                <a:ea typeface="Apple SD Gothic Neo"/>
                <a:cs typeface="Apple SD Gothic Neo"/>
              </a:defRPr>
            </a:lvl3pPr>
            <a:lvl4pPr>
              <a:defRPr sz="1725" b="0">
                <a:solidFill>
                  <a:srgbClr val="526A84"/>
                </a:solidFill>
                <a:latin typeface="Apple SD Gothic Neo"/>
                <a:ea typeface="Apple SD Gothic Neo"/>
                <a:cs typeface="Apple SD Gothic Neo"/>
              </a:defRPr>
            </a:lvl4pPr>
            <a:lvl5pPr>
              <a:defRPr sz="1725" b="0">
                <a:solidFill>
                  <a:srgbClr val="526A84"/>
                </a:solidFill>
                <a:latin typeface="Apple SD Gothic Neo"/>
                <a:ea typeface="Apple SD Gothic Neo"/>
                <a:cs typeface="Apple SD Gothic Neo"/>
              </a:defRPr>
            </a:lvl5pPr>
            <a:lvl6pPr>
              <a:defRPr sz="1725" b="0">
                <a:solidFill>
                  <a:srgbClr val="526A84"/>
                </a:solidFill>
                <a:latin typeface="Apple SD Gothic Neo"/>
                <a:ea typeface="Apple SD Gothic Neo"/>
                <a:cs typeface="Apple SD Gothic Neo"/>
              </a:defRPr>
            </a:lvl6pPr>
            <a:lvl7pPr>
              <a:defRPr sz="1725" b="0">
                <a:solidFill>
                  <a:srgbClr val="526A84"/>
                </a:solidFill>
                <a:latin typeface="Apple SD Gothic Neo"/>
                <a:ea typeface="Apple SD Gothic Neo"/>
                <a:cs typeface="Apple SD Gothic Neo"/>
              </a:defRPr>
            </a:lvl7pPr>
            <a:lvl8pPr>
              <a:defRPr sz="1725" b="0">
                <a:solidFill>
                  <a:srgbClr val="526A84"/>
                </a:solidFill>
                <a:latin typeface="Apple SD Gothic Neo"/>
                <a:ea typeface="Apple SD Gothic Neo"/>
                <a:cs typeface="Apple SD Gothic Neo"/>
              </a:defRPr>
            </a:lvl8pPr>
            <a:lvl9pPr>
              <a:defRPr sz="1725" b="0">
                <a:solidFill>
                  <a:srgbClr val="526A84"/>
                </a:solidFill>
                <a:latin typeface="Apple SD Gothic Neo"/>
                <a:ea typeface="Apple SD Gothic Neo"/>
                <a:cs typeface="Apple SD Gothic Neo"/>
              </a:defRPr>
            </a:lvl9pPr>
          </a:lstStyle>
          <a:p xmlns:a="http://schemas.openxmlformats.org/drawingml/2006/main">
            <a:pPr>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6038850" y="1857375"/>
            <a:ext cx="552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defRPr sz="1575" b="0">
                <a:solidFill>
                  <a:srgbClr val="526A84"/>
                </a:solidFill>
                <a:latin typeface="Apple SD Gothic Neo"/>
                <a:ea typeface="Apple SD Gothic Neo"/>
                <a:cs typeface="Apple SD Gothic Neo"/>
              </a:defRPr>
            </a:lvl1pPr>
            <a:lvl2pPr>
              <a:defRPr sz="1575" b="0">
                <a:solidFill>
                  <a:srgbClr val="526A84"/>
                </a:solidFill>
                <a:latin typeface="Apple SD Gothic Neo"/>
                <a:ea typeface="Apple SD Gothic Neo"/>
                <a:cs typeface="Apple SD Gothic Neo"/>
              </a:defRPr>
            </a:lvl2pPr>
            <a:lvl3pPr>
              <a:defRPr sz="1575" b="0">
                <a:solidFill>
                  <a:srgbClr val="526A84"/>
                </a:solidFill>
                <a:latin typeface="Apple SD Gothic Neo"/>
                <a:ea typeface="Apple SD Gothic Neo"/>
                <a:cs typeface="Apple SD Gothic Neo"/>
              </a:defRPr>
            </a:lvl3pPr>
            <a:lvl4pPr>
              <a:defRPr sz="1575" b="0">
                <a:solidFill>
                  <a:srgbClr val="526A84"/>
                </a:solidFill>
                <a:latin typeface="Apple SD Gothic Neo"/>
                <a:ea typeface="Apple SD Gothic Neo"/>
                <a:cs typeface="Apple SD Gothic Neo"/>
              </a:defRPr>
            </a:lvl4pPr>
            <a:lvl5pPr>
              <a:defRPr sz="1575" b="0">
                <a:solidFill>
                  <a:srgbClr val="526A84"/>
                </a:solidFill>
                <a:latin typeface="Apple SD Gothic Neo"/>
                <a:ea typeface="Apple SD Gothic Neo"/>
                <a:cs typeface="Apple SD Gothic Neo"/>
              </a:defRPr>
            </a:lvl5pPr>
            <a:lvl6pPr>
              <a:defRPr sz="1575" b="0">
                <a:solidFill>
                  <a:srgbClr val="526A84"/>
                </a:solidFill>
                <a:latin typeface="Apple SD Gothic Neo"/>
                <a:ea typeface="Apple SD Gothic Neo"/>
                <a:cs typeface="Apple SD Gothic Neo"/>
              </a:defRPr>
            </a:lvl6pPr>
            <a:lvl7pPr>
              <a:defRPr sz="1575" b="0">
                <a:solidFill>
                  <a:srgbClr val="526A84"/>
                </a:solidFill>
                <a:latin typeface="Apple SD Gothic Neo"/>
                <a:ea typeface="Apple SD Gothic Neo"/>
                <a:cs typeface="Apple SD Gothic Neo"/>
              </a:defRPr>
            </a:lvl7pPr>
            <a:lvl8pPr>
              <a:defRPr sz="1575" b="0">
                <a:solidFill>
                  <a:srgbClr val="526A84"/>
                </a:solidFill>
                <a:latin typeface="Apple SD Gothic Neo"/>
                <a:ea typeface="Apple SD Gothic Neo"/>
                <a:cs typeface="Apple SD Gothic Neo"/>
              </a:defRPr>
            </a:lvl8pPr>
            <a:lvl9pPr>
              <a:defRPr sz="1575" b="0">
                <a:solidFill>
                  <a:srgbClr val="526A84"/>
                </a:solidFill>
                <a:latin typeface="Apple SD Gothic Neo"/>
                <a:ea typeface="Apple SD Gothic Neo"/>
                <a:cs typeface="Apple SD Gothic Neo"/>
              </a:defRPr>
            </a:lvl9pPr>
          </a:lstStyle>
          <a:p xmlns:a="http://schemas.openxmlformats.org/drawingml/2006/main">
            <a:pPr>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backend/workflow.py:86–95  발췌</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6038850" y="2333625"/>
            <a:ext cx="5619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defRPr sz="1650" b="0">
                <a:solidFill>
                  <a:srgbClr val="172B45"/>
                </a:solidFill>
                <a:latin typeface="Menlo"/>
                <a:ea typeface="Menlo"/>
                <a:cs typeface="Menlo"/>
              </a:defRPr>
            </a:lvl1pPr>
            <a:lvl2pPr>
              <a:defRPr sz="1650" b="0">
                <a:solidFill>
                  <a:srgbClr val="172B45"/>
                </a:solidFill>
                <a:latin typeface="Menlo"/>
                <a:ea typeface="Menlo"/>
                <a:cs typeface="Menlo"/>
              </a:defRPr>
            </a:lvl2pPr>
            <a:lvl3pPr>
              <a:defRPr sz="1650" b="0">
                <a:solidFill>
                  <a:srgbClr val="172B45"/>
                </a:solidFill>
                <a:latin typeface="Menlo"/>
                <a:ea typeface="Menlo"/>
                <a:cs typeface="Menlo"/>
              </a:defRPr>
            </a:lvl3pPr>
            <a:lvl4pPr>
              <a:defRPr sz="1650" b="0">
                <a:solidFill>
                  <a:srgbClr val="172B45"/>
                </a:solidFill>
                <a:latin typeface="Menlo"/>
                <a:ea typeface="Menlo"/>
                <a:cs typeface="Menlo"/>
              </a:defRPr>
            </a:lvl4pPr>
            <a:lvl5pPr>
              <a:defRPr sz="1650" b="0">
                <a:solidFill>
                  <a:srgbClr val="172B45"/>
                </a:solidFill>
                <a:latin typeface="Menlo"/>
                <a:ea typeface="Menlo"/>
                <a:cs typeface="Menlo"/>
              </a:defRPr>
            </a:lvl5pPr>
            <a:lvl6pPr>
              <a:defRPr sz="1650" b="0">
                <a:solidFill>
                  <a:srgbClr val="172B45"/>
                </a:solidFill>
                <a:latin typeface="Menlo"/>
                <a:ea typeface="Menlo"/>
                <a:cs typeface="Menlo"/>
              </a:defRPr>
            </a:lvl6pPr>
            <a:lvl7pPr>
              <a:defRPr sz="1650" b="0">
                <a:solidFill>
                  <a:srgbClr val="172B45"/>
                </a:solidFill>
                <a:latin typeface="Menlo"/>
                <a:ea typeface="Menlo"/>
                <a:cs typeface="Menlo"/>
              </a:defRPr>
            </a:lvl7pPr>
            <a:lvl8pPr>
              <a:defRPr sz="1650" b="0">
                <a:solidFill>
                  <a:srgbClr val="172B45"/>
                </a:solidFill>
                <a:latin typeface="Menlo"/>
                <a:ea typeface="Menlo"/>
                <a:cs typeface="Menlo"/>
              </a:defRPr>
            </a:lvl8pPr>
            <a:lvl9pPr>
              <a:defRPr sz="1650" b="0">
                <a:solidFill>
                  <a:srgbClr val="172B45"/>
                </a:solidFill>
                <a:latin typeface="Menlo"/>
                <a:ea typeface="Menlo"/>
                <a:cs typeface="Menlo"/>
              </a:defRPr>
            </a:lvl9pPr>
          </a:lstStyle>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graph = StateGraph(State)</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graph.add_node("generate", generate)</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graph.add_node("review", inspect)</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graph.add_node("revise", revise)</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graph.add_conditional_edges(</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"review", route,</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{"revise": "revise",</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"finish": "finish"})</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graph.add_edge("revise", "review")</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6038850" y="544830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defRPr sz="1875" b="1">
                <a:solidFill>
                  <a:srgbClr val="0F52BA"/>
                </a:solidFill>
                <a:latin typeface="Apple SD Gothic Neo"/>
                <a:ea typeface="Apple SD Gothic Neo"/>
                <a:cs typeface="Apple SD Gothic Neo"/>
              </a:defRPr>
            </a:lvl1pPr>
            <a:lvl2pPr>
              <a:defRPr sz="1875" b="1">
                <a:solidFill>
                  <a:srgbClr val="0F52BA"/>
                </a:solidFill>
                <a:latin typeface="Apple SD Gothic Neo"/>
                <a:ea typeface="Apple SD Gothic Neo"/>
                <a:cs typeface="Apple SD Gothic Neo"/>
              </a:defRPr>
            </a:lvl2pPr>
            <a:lvl3pPr>
              <a:defRPr sz="1875" b="1">
                <a:solidFill>
                  <a:srgbClr val="0F52BA"/>
                </a:solidFill>
                <a:latin typeface="Apple SD Gothic Neo"/>
                <a:ea typeface="Apple SD Gothic Neo"/>
                <a:cs typeface="Apple SD Gothic Neo"/>
              </a:defRPr>
            </a:lvl3pPr>
            <a:lvl4pPr>
              <a:defRPr sz="1875" b="1">
                <a:solidFill>
                  <a:srgbClr val="0F52BA"/>
                </a:solidFill>
                <a:latin typeface="Apple SD Gothic Neo"/>
                <a:ea typeface="Apple SD Gothic Neo"/>
                <a:cs typeface="Apple SD Gothic Neo"/>
              </a:defRPr>
            </a:lvl4pPr>
            <a:lvl5pPr>
              <a:defRPr sz="1875" b="1">
                <a:solidFill>
                  <a:srgbClr val="0F52BA"/>
                </a:solidFill>
                <a:latin typeface="Apple SD Gothic Neo"/>
                <a:ea typeface="Apple SD Gothic Neo"/>
                <a:cs typeface="Apple SD Gothic Neo"/>
              </a:defRPr>
            </a:lvl5pPr>
            <a:lvl6pPr>
              <a:defRPr sz="1875" b="1">
                <a:solidFill>
                  <a:srgbClr val="0F52BA"/>
                </a:solidFill>
                <a:latin typeface="Apple SD Gothic Neo"/>
                <a:ea typeface="Apple SD Gothic Neo"/>
                <a:cs typeface="Apple SD Gothic Neo"/>
              </a:defRPr>
            </a:lvl6pPr>
            <a:lvl7pPr>
              <a:defRPr sz="1875" b="1">
                <a:solidFill>
                  <a:srgbClr val="0F52BA"/>
                </a:solidFill>
                <a:latin typeface="Apple SD Gothic Neo"/>
                <a:ea typeface="Apple SD Gothic Neo"/>
                <a:cs typeface="Apple SD Gothic Neo"/>
              </a:defRPr>
            </a:lvl7pPr>
            <a:lvl8pPr>
              <a:defRPr sz="1875" b="1">
                <a:solidFill>
                  <a:srgbClr val="0F52BA"/>
                </a:solidFill>
                <a:latin typeface="Apple SD Gothic Neo"/>
                <a:ea typeface="Apple SD Gothic Neo"/>
                <a:cs typeface="Apple SD Gothic Neo"/>
              </a:defRPr>
            </a:lvl8pPr>
            <a:lvl9pPr>
              <a:defRPr sz="1875" b="1">
                <a:solidFill>
                  <a:srgbClr val="0F52BA"/>
                </a:solidFill>
                <a:latin typeface="Apple SD Gothic Neo"/>
                <a:ea typeface="Apple SD Gothic Neo"/>
                <a:cs typeface="Apple SD Gothic Neo"/>
              </a:defRPr>
            </a:lvl9pPr>
          </a:lstStyle>
          <a:p xmlns:a="http://schemas.openxmlformats.org/drawingml/2006/main">
            <a:pPr>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route()는 코드로 다음 단계를 결정</a:t>
            </a:r>
          </a:p>
          <a:p xmlns:a="http://schemas.openxmlformats.org/drawingml/2006/main">
            <a:pPr>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Tree>
    <p:extLst>
      <p:ext uri="{BB962C8B-B14F-4D97-AF65-F5344CB8AC3E}">
        <p14:creationId xmlns:p14="http://schemas.microsoft.com/office/powerpoint/2010/main" val="662440657"/>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defRPr sz="3300" b="1">
                <a:solidFill>
                  <a:srgbClr val="000926"/>
                </a:solidFill>
                <a:latin typeface="Apple SD Gothic Neo"/>
                <a:ea typeface="Apple SD Gothic Neo"/>
                <a:cs typeface="Apple SD Gothic Neo"/>
              </a:defRPr>
            </a:lvl1pPr>
            <a:lvl2pPr>
              <a:defRPr sz="3300" b="1">
                <a:solidFill>
                  <a:srgbClr val="000926"/>
                </a:solidFill>
                <a:latin typeface="Apple SD Gothic Neo"/>
                <a:ea typeface="Apple SD Gothic Neo"/>
                <a:cs typeface="Apple SD Gothic Neo"/>
              </a:defRPr>
            </a:lvl2pPr>
            <a:lvl3pPr>
              <a:defRPr sz="3300" b="1">
                <a:solidFill>
                  <a:srgbClr val="000926"/>
                </a:solidFill>
                <a:latin typeface="Apple SD Gothic Neo"/>
                <a:ea typeface="Apple SD Gothic Neo"/>
                <a:cs typeface="Apple SD Gothic Neo"/>
              </a:defRPr>
            </a:lvl3pPr>
            <a:lvl4pPr>
              <a:defRPr sz="3300" b="1">
                <a:solidFill>
                  <a:srgbClr val="000926"/>
                </a:solidFill>
                <a:latin typeface="Apple SD Gothic Neo"/>
                <a:ea typeface="Apple SD Gothic Neo"/>
                <a:cs typeface="Apple SD Gothic Neo"/>
              </a:defRPr>
            </a:lvl4pPr>
            <a:lvl5pPr>
              <a:defRPr sz="3300" b="1">
                <a:solidFill>
                  <a:srgbClr val="000926"/>
                </a:solidFill>
                <a:latin typeface="Apple SD Gothic Neo"/>
                <a:ea typeface="Apple SD Gothic Neo"/>
                <a:cs typeface="Apple SD Gothic Neo"/>
              </a:defRPr>
            </a:lvl5pPr>
            <a:lvl6pPr>
              <a:defRPr sz="3300" b="1">
                <a:solidFill>
                  <a:srgbClr val="000926"/>
                </a:solidFill>
                <a:latin typeface="Apple SD Gothic Neo"/>
                <a:ea typeface="Apple SD Gothic Neo"/>
                <a:cs typeface="Apple SD Gothic Neo"/>
              </a:defRPr>
            </a:lvl6pPr>
            <a:lvl7pPr>
              <a:defRPr sz="3300" b="1">
                <a:solidFill>
                  <a:srgbClr val="000926"/>
                </a:solidFill>
                <a:latin typeface="Apple SD Gothic Neo"/>
                <a:ea typeface="Apple SD Gothic Neo"/>
                <a:cs typeface="Apple SD Gothic Neo"/>
              </a:defRPr>
            </a:lvl7pPr>
            <a:lvl8pPr>
              <a:defRPr sz="3300" b="1">
                <a:solidFill>
                  <a:srgbClr val="000926"/>
                </a:solidFill>
                <a:latin typeface="Apple SD Gothic Neo"/>
                <a:ea typeface="Apple SD Gothic Neo"/>
                <a:cs typeface="Apple SD Gothic Neo"/>
              </a:defRPr>
            </a:lvl8pPr>
            <a:lvl9pPr>
              <a:defRPr sz="3300" b="1">
                <a:solidFill>
                  <a:srgbClr val="000926"/>
                </a:solidFill>
                <a:latin typeface="Apple SD Gothic Neo"/>
                <a:ea typeface="Apple SD Gothic Neo"/>
                <a:cs typeface="Apple SD Gothic Neo"/>
              </a:defRPr>
            </a:lvl9pPr>
          </a:lstStyle>
          <a:p xmlns:a="http://schemas.openxmlformats.org/drawingml/2006/main">
            <a:pPr>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5/7</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03:00–03:45</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defRPr sz="3450" b="1">
                <a:solidFill>
                  <a:srgbClr val="0F52BA"/>
                </a:solidFill>
                <a:latin typeface="Menlo"/>
                <a:ea typeface="Menlo"/>
                <a:cs typeface="Menlo"/>
              </a:defRPr>
            </a:lvl1pPr>
            <a:lvl2pPr>
              <a:defRPr sz="3450" b="1">
                <a:solidFill>
                  <a:srgbClr val="0F52BA"/>
                </a:solidFill>
                <a:latin typeface="Menlo"/>
                <a:ea typeface="Menlo"/>
                <a:cs typeface="Menlo"/>
              </a:defRPr>
            </a:lvl2pPr>
            <a:lvl3pPr>
              <a:defRPr sz="3450" b="1">
                <a:solidFill>
                  <a:srgbClr val="0F52BA"/>
                </a:solidFill>
                <a:latin typeface="Menlo"/>
                <a:ea typeface="Menlo"/>
                <a:cs typeface="Menlo"/>
              </a:defRPr>
            </a:lvl3pPr>
            <a:lvl4pPr>
              <a:defRPr sz="3450" b="1">
                <a:solidFill>
                  <a:srgbClr val="0F52BA"/>
                </a:solidFill>
                <a:latin typeface="Menlo"/>
                <a:ea typeface="Menlo"/>
                <a:cs typeface="Menlo"/>
              </a:defRPr>
            </a:lvl4pPr>
            <a:lvl5pPr>
              <a:defRPr sz="3450" b="1">
                <a:solidFill>
                  <a:srgbClr val="0F52BA"/>
                </a:solidFill>
                <a:latin typeface="Menlo"/>
                <a:ea typeface="Menlo"/>
                <a:cs typeface="Menlo"/>
              </a:defRPr>
            </a:lvl5pPr>
            <a:lvl6pPr>
              <a:defRPr sz="3450" b="1">
                <a:solidFill>
                  <a:srgbClr val="0F52BA"/>
                </a:solidFill>
                <a:latin typeface="Menlo"/>
                <a:ea typeface="Menlo"/>
                <a:cs typeface="Menlo"/>
              </a:defRPr>
            </a:lvl6pPr>
            <a:lvl7pPr>
              <a:defRPr sz="3450" b="1">
                <a:solidFill>
                  <a:srgbClr val="0F52BA"/>
                </a:solidFill>
                <a:latin typeface="Menlo"/>
                <a:ea typeface="Menlo"/>
                <a:cs typeface="Menlo"/>
              </a:defRPr>
            </a:lvl7pPr>
            <a:lvl8pPr>
              <a:defRPr sz="3450" b="1">
                <a:solidFill>
                  <a:srgbClr val="0F52BA"/>
                </a:solidFill>
                <a:latin typeface="Menlo"/>
                <a:ea typeface="Menlo"/>
                <a:cs typeface="Menlo"/>
              </a:defRPr>
            </a:lvl8pPr>
            <a:lvl9pPr>
              <a:defRPr sz="3450" b="1">
                <a:solidFill>
                  <a:srgbClr val="0F52BA"/>
                </a:solidFill>
                <a:latin typeface="Menlo"/>
                <a:ea typeface="Menlo"/>
                <a:cs typeface="Menlo"/>
              </a:defRPr>
            </a:lvl9pPr>
          </a:lstStyle>
          <a:p xmlns:a="http://schemas.openxmlformats.org/drawingml/2006/main">
            <a:pPr>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defRPr sz="2175" b="0">
                <a:solidFill>
                  <a:srgbClr val="172B45"/>
                </a:solidFill>
                <a:latin typeface="Apple SD Gothic Neo"/>
                <a:ea typeface="Apple SD Gothic Neo"/>
                <a:cs typeface="Apple SD Gothic Neo"/>
              </a:defRPr>
            </a:lvl1pPr>
            <a:lvl2pPr>
              <a:defRPr sz="2175" b="0">
                <a:solidFill>
                  <a:srgbClr val="172B45"/>
                </a:solidFill>
                <a:latin typeface="Apple SD Gothic Neo"/>
                <a:ea typeface="Apple SD Gothic Neo"/>
                <a:cs typeface="Apple SD Gothic Neo"/>
              </a:defRPr>
            </a:lvl2pPr>
            <a:lvl3pPr>
              <a:defRPr sz="2175" b="0">
                <a:solidFill>
                  <a:srgbClr val="172B45"/>
                </a:solidFill>
                <a:latin typeface="Apple SD Gothic Neo"/>
                <a:ea typeface="Apple SD Gothic Neo"/>
                <a:cs typeface="Apple SD Gothic Neo"/>
              </a:defRPr>
            </a:lvl3pPr>
            <a:lvl4pPr>
              <a:defRPr sz="2175" b="0">
                <a:solidFill>
                  <a:srgbClr val="172B45"/>
                </a:solidFill>
                <a:latin typeface="Apple SD Gothic Neo"/>
                <a:ea typeface="Apple SD Gothic Neo"/>
                <a:cs typeface="Apple SD Gothic Neo"/>
              </a:defRPr>
            </a:lvl4pPr>
            <a:lvl5pPr>
              <a:defRPr sz="2175" b="0">
                <a:solidFill>
                  <a:srgbClr val="172B45"/>
                </a:solidFill>
                <a:latin typeface="Apple SD Gothic Neo"/>
                <a:ea typeface="Apple SD Gothic Neo"/>
                <a:cs typeface="Apple SD Gothic Neo"/>
              </a:defRPr>
            </a:lvl5pPr>
            <a:lvl6pPr>
              <a:defRPr sz="2175" b="0">
                <a:solidFill>
                  <a:srgbClr val="172B45"/>
                </a:solidFill>
                <a:latin typeface="Apple SD Gothic Neo"/>
                <a:ea typeface="Apple SD Gothic Neo"/>
                <a:cs typeface="Apple SD Gothic Neo"/>
              </a:defRPr>
            </a:lvl6pPr>
            <a:lvl7pPr>
              <a:defRPr sz="2175" b="0">
                <a:solidFill>
                  <a:srgbClr val="172B45"/>
                </a:solidFill>
                <a:latin typeface="Apple SD Gothic Neo"/>
                <a:ea typeface="Apple SD Gothic Neo"/>
                <a:cs typeface="Apple SD Gothic Neo"/>
              </a:defRPr>
            </a:lvl7pPr>
            <a:lvl8pPr>
              <a:defRPr sz="2175" b="0">
                <a:solidFill>
                  <a:srgbClr val="172B45"/>
                </a:solidFill>
                <a:latin typeface="Apple SD Gothic Neo"/>
                <a:ea typeface="Apple SD Gothic Neo"/>
                <a:cs typeface="Apple SD Gothic Neo"/>
              </a:defRPr>
            </a:lvl8pPr>
            <a:lvl9pPr>
              <a:defRPr sz="2175" b="0">
                <a:solidFill>
                  <a:srgbClr val="172B45"/>
                </a:solidFill>
                <a:latin typeface="Apple SD Gothic Neo"/>
                <a:ea typeface="Apple SD Gothic Neo"/>
                <a:cs typeface="Apple SD Gothic Neo"/>
              </a:defRPr>
            </a:lvl9pPr>
          </a:lstStyle>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defRPr sz="2250" b="1">
                <a:solidFill>
                  <a:srgbClr val="000926"/>
                </a:solidFill>
                <a:latin typeface="Apple SD Gothic Neo"/>
                <a:ea typeface="Apple SD Gothic Neo"/>
                <a:cs typeface="Apple SD Gothic Neo"/>
              </a:defRPr>
            </a:lvl1pPr>
            <a:lvl2pPr>
              <a:defRPr sz="2250" b="1">
                <a:solidFill>
                  <a:srgbClr val="000926"/>
                </a:solidFill>
                <a:latin typeface="Apple SD Gothic Neo"/>
                <a:ea typeface="Apple SD Gothic Neo"/>
                <a:cs typeface="Apple SD Gothic Neo"/>
              </a:defRPr>
            </a:lvl2pPr>
            <a:lvl3pPr>
              <a:defRPr sz="2250" b="1">
                <a:solidFill>
                  <a:srgbClr val="000926"/>
                </a:solidFill>
                <a:latin typeface="Apple SD Gothic Neo"/>
                <a:ea typeface="Apple SD Gothic Neo"/>
                <a:cs typeface="Apple SD Gothic Neo"/>
              </a:defRPr>
            </a:lvl3pPr>
            <a:lvl4pPr>
              <a:defRPr sz="2250" b="1">
                <a:solidFill>
                  <a:srgbClr val="000926"/>
                </a:solidFill>
                <a:latin typeface="Apple SD Gothic Neo"/>
                <a:ea typeface="Apple SD Gothic Neo"/>
                <a:cs typeface="Apple SD Gothic Neo"/>
              </a:defRPr>
            </a:lvl4pPr>
            <a:lvl5pPr>
              <a:defRPr sz="2250" b="1">
                <a:solidFill>
                  <a:srgbClr val="000926"/>
                </a:solidFill>
                <a:latin typeface="Apple SD Gothic Neo"/>
                <a:ea typeface="Apple SD Gothic Neo"/>
                <a:cs typeface="Apple SD Gothic Neo"/>
              </a:defRPr>
            </a:lvl5pPr>
            <a:lvl6pPr>
              <a:defRPr sz="2250" b="1">
                <a:solidFill>
                  <a:srgbClr val="000926"/>
                </a:solidFill>
                <a:latin typeface="Apple SD Gothic Neo"/>
                <a:ea typeface="Apple SD Gothic Neo"/>
                <a:cs typeface="Apple SD Gothic Neo"/>
              </a:defRPr>
            </a:lvl6pPr>
            <a:lvl7pPr>
              <a:defRPr sz="2250" b="1">
                <a:solidFill>
                  <a:srgbClr val="000926"/>
                </a:solidFill>
                <a:latin typeface="Apple SD Gothic Neo"/>
                <a:ea typeface="Apple SD Gothic Neo"/>
                <a:cs typeface="Apple SD Gothic Neo"/>
              </a:defRPr>
            </a:lvl7pPr>
            <a:lvl8pPr>
              <a:defRPr sz="2250" b="1">
                <a:solidFill>
                  <a:srgbClr val="000926"/>
                </a:solidFill>
                <a:latin typeface="Apple SD Gothic Neo"/>
                <a:ea typeface="Apple SD Gothic Neo"/>
                <a:cs typeface="Apple SD Gothic Neo"/>
              </a:defRPr>
            </a:lvl8pPr>
            <a:lvl9pPr>
              <a:defRPr sz="2250" b="1">
                <a:solidFill>
                  <a:srgbClr val="000926"/>
                </a:solidFill>
                <a:latin typeface="Apple SD Gothic Neo"/>
                <a:ea typeface="Apple SD Gothic Neo"/>
                <a:cs typeface="Apple SD Gothic Neo"/>
              </a:defRPr>
            </a:lvl9pPr>
          </a:lstStyle>
          <a:p xmlns:a="http://schemas.openxmlformats.org/drawingml/2006/main">
            <a:pPr>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defRPr sz="1575" b="0">
                <a:solidFill>
                  <a:srgbClr val="526A84"/>
                </a:solidFill>
                <a:latin typeface="Apple SD Gothic Neo"/>
                <a:ea typeface="Apple SD Gothic Neo"/>
                <a:cs typeface="Apple SD Gothic Neo"/>
              </a:defRPr>
            </a:lvl1pPr>
            <a:lvl2pPr>
              <a:defRPr sz="1575" b="0">
                <a:solidFill>
                  <a:srgbClr val="526A84"/>
                </a:solidFill>
                <a:latin typeface="Apple SD Gothic Neo"/>
                <a:ea typeface="Apple SD Gothic Neo"/>
                <a:cs typeface="Apple SD Gothic Neo"/>
              </a:defRPr>
            </a:lvl2pPr>
            <a:lvl3pPr>
              <a:defRPr sz="1575" b="0">
                <a:solidFill>
                  <a:srgbClr val="526A84"/>
                </a:solidFill>
                <a:latin typeface="Apple SD Gothic Neo"/>
                <a:ea typeface="Apple SD Gothic Neo"/>
                <a:cs typeface="Apple SD Gothic Neo"/>
              </a:defRPr>
            </a:lvl3pPr>
            <a:lvl4pPr>
              <a:defRPr sz="1575" b="0">
                <a:solidFill>
                  <a:srgbClr val="526A84"/>
                </a:solidFill>
                <a:latin typeface="Apple SD Gothic Neo"/>
                <a:ea typeface="Apple SD Gothic Neo"/>
                <a:cs typeface="Apple SD Gothic Neo"/>
              </a:defRPr>
            </a:lvl4pPr>
            <a:lvl5pPr>
              <a:defRPr sz="1575" b="0">
                <a:solidFill>
                  <a:srgbClr val="526A84"/>
                </a:solidFill>
                <a:latin typeface="Apple SD Gothic Neo"/>
                <a:ea typeface="Apple SD Gothic Neo"/>
                <a:cs typeface="Apple SD Gothic Neo"/>
              </a:defRPr>
            </a:lvl5pPr>
            <a:lvl6pPr>
              <a:defRPr sz="1575" b="0">
                <a:solidFill>
                  <a:srgbClr val="526A84"/>
                </a:solidFill>
                <a:latin typeface="Apple SD Gothic Neo"/>
                <a:ea typeface="Apple SD Gothic Neo"/>
                <a:cs typeface="Apple SD Gothic Neo"/>
              </a:defRPr>
            </a:lvl6pPr>
            <a:lvl7pPr>
              <a:defRPr sz="1575" b="0">
                <a:solidFill>
                  <a:srgbClr val="526A84"/>
                </a:solidFill>
                <a:latin typeface="Apple SD Gothic Neo"/>
                <a:ea typeface="Apple SD Gothic Neo"/>
                <a:cs typeface="Apple SD Gothic Neo"/>
              </a:defRPr>
            </a:lvl7pPr>
            <a:lvl8pPr>
              <a:defRPr sz="1575" b="0">
                <a:solidFill>
                  <a:srgbClr val="526A84"/>
                </a:solidFill>
                <a:latin typeface="Apple SD Gothic Neo"/>
                <a:ea typeface="Apple SD Gothic Neo"/>
                <a:cs typeface="Apple SD Gothic Neo"/>
              </a:defRPr>
            </a:lvl8pPr>
            <a:lvl9pPr>
              <a:defRPr sz="1575" b="0">
                <a:solidFill>
                  <a:srgbClr val="526A84"/>
                </a:solidFill>
                <a:latin typeface="Apple SD Gothic Neo"/>
                <a:ea typeface="Apple SD Gothic Neo"/>
                <a:cs typeface="Apple SD Gothic Neo"/>
              </a:defRPr>
            </a:lvl9pPr>
          </a:lstStyle>
          <a:p xmlns:a="http://schemas.openxmlformats.org/drawingml/2006/main">
            <a:pPr>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defRPr sz="1650" b="0">
                <a:solidFill>
                  <a:srgbClr val="172B45"/>
                </a:solidFill>
                <a:latin typeface="Menlo"/>
                <a:ea typeface="Menlo"/>
                <a:cs typeface="Menlo"/>
              </a:defRPr>
            </a:lvl1pPr>
            <a:lvl2pPr>
              <a:defRPr sz="1650" b="0">
                <a:solidFill>
                  <a:srgbClr val="172B45"/>
                </a:solidFill>
                <a:latin typeface="Menlo"/>
                <a:ea typeface="Menlo"/>
                <a:cs typeface="Menlo"/>
              </a:defRPr>
            </a:lvl2pPr>
            <a:lvl3pPr>
              <a:defRPr sz="1650" b="0">
                <a:solidFill>
                  <a:srgbClr val="172B45"/>
                </a:solidFill>
                <a:latin typeface="Menlo"/>
                <a:ea typeface="Menlo"/>
                <a:cs typeface="Menlo"/>
              </a:defRPr>
            </a:lvl3pPr>
            <a:lvl4pPr>
              <a:defRPr sz="1650" b="0">
                <a:solidFill>
                  <a:srgbClr val="172B45"/>
                </a:solidFill>
                <a:latin typeface="Menlo"/>
                <a:ea typeface="Menlo"/>
                <a:cs typeface="Menlo"/>
              </a:defRPr>
            </a:lvl4pPr>
            <a:lvl5pPr>
              <a:defRPr sz="1650" b="0">
                <a:solidFill>
                  <a:srgbClr val="172B45"/>
                </a:solidFill>
                <a:latin typeface="Menlo"/>
                <a:ea typeface="Menlo"/>
                <a:cs typeface="Menlo"/>
              </a:defRPr>
            </a:lvl5pPr>
            <a:lvl6pPr>
              <a:defRPr sz="1650" b="0">
                <a:solidFill>
                  <a:srgbClr val="172B45"/>
                </a:solidFill>
                <a:latin typeface="Menlo"/>
                <a:ea typeface="Menlo"/>
                <a:cs typeface="Menlo"/>
              </a:defRPr>
            </a:lvl6pPr>
            <a:lvl7pPr>
              <a:defRPr sz="1650" b="0">
                <a:solidFill>
                  <a:srgbClr val="172B45"/>
                </a:solidFill>
                <a:latin typeface="Menlo"/>
                <a:ea typeface="Menlo"/>
                <a:cs typeface="Menlo"/>
              </a:defRPr>
            </a:lvl7pPr>
            <a:lvl8pPr>
              <a:defRPr sz="1650" b="0">
                <a:solidFill>
                  <a:srgbClr val="172B45"/>
                </a:solidFill>
                <a:latin typeface="Menlo"/>
                <a:ea typeface="Menlo"/>
                <a:cs typeface="Menlo"/>
              </a:defRPr>
            </a:lvl8pPr>
            <a:lvl9pPr>
              <a:defRPr sz="1650" b="0">
                <a:solidFill>
                  <a:srgbClr val="172B45"/>
                </a:solidFill>
                <a:latin typeface="Menlo"/>
                <a:ea typeface="Menlo"/>
                <a:cs typeface="Menlo"/>
              </a:defRPr>
            </a:lvl9pPr>
          </a:lstStyle>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defRPr sz="1575" b="0">
                <a:solidFill>
                  <a:srgbClr val="526A84"/>
                </a:solidFill>
                <a:latin typeface="Apple SD Gothic Neo"/>
                <a:ea typeface="Apple SD Gothic Neo"/>
                <a:cs typeface="Apple SD Gothic Neo"/>
              </a:defRPr>
            </a:lvl1pPr>
            <a:lvl2pPr>
              <a:defRPr sz="1575" b="0">
                <a:solidFill>
                  <a:srgbClr val="526A84"/>
                </a:solidFill>
                <a:latin typeface="Apple SD Gothic Neo"/>
                <a:ea typeface="Apple SD Gothic Neo"/>
                <a:cs typeface="Apple SD Gothic Neo"/>
              </a:defRPr>
            </a:lvl2pPr>
            <a:lvl3pPr>
              <a:defRPr sz="1575" b="0">
                <a:solidFill>
                  <a:srgbClr val="526A84"/>
                </a:solidFill>
                <a:latin typeface="Apple SD Gothic Neo"/>
                <a:ea typeface="Apple SD Gothic Neo"/>
                <a:cs typeface="Apple SD Gothic Neo"/>
              </a:defRPr>
            </a:lvl3pPr>
            <a:lvl4pPr>
              <a:defRPr sz="1575" b="0">
                <a:solidFill>
                  <a:srgbClr val="526A84"/>
                </a:solidFill>
                <a:latin typeface="Apple SD Gothic Neo"/>
                <a:ea typeface="Apple SD Gothic Neo"/>
                <a:cs typeface="Apple SD Gothic Neo"/>
              </a:defRPr>
            </a:lvl4pPr>
            <a:lvl5pPr>
              <a:defRPr sz="1575" b="0">
                <a:solidFill>
                  <a:srgbClr val="526A84"/>
                </a:solidFill>
                <a:latin typeface="Apple SD Gothic Neo"/>
                <a:ea typeface="Apple SD Gothic Neo"/>
                <a:cs typeface="Apple SD Gothic Neo"/>
              </a:defRPr>
            </a:lvl5pPr>
            <a:lvl6pPr>
              <a:defRPr sz="1575" b="0">
                <a:solidFill>
                  <a:srgbClr val="526A84"/>
                </a:solidFill>
                <a:latin typeface="Apple SD Gothic Neo"/>
                <a:ea typeface="Apple SD Gothic Neo"/>
                <a:cs typeface="Apple SD Gothic Neo"/>
              </a:defRPr>
            </a:lvl6pPr>
            <a:lvl7pPr>
              <a:defRPr sz="1575" b="0">
                <a:solidFill>
                  <a:srgbClr val="526A84"/>
                </a:solidFill>
                <a:latin typeface="Apple SD Gothic Neo"/>
                <a:ea typeface="Apple SD Gothic Neo"/>
                <a:cs typeface="Apple SD Gothic Neo"/>
              </a:defRPr>
            </a:lvl7pPr>
            <a:lvl8pPr>
              <a:defRPr sz="1575" b="0">
                <a:solidFill>
                  <a:srgbClr val="526A84"/>
                </a:solidFill>
                <a:latin typeface="Apple SD Gothic Neo"/>
                <a:ea typeface="Apple SD Gothic Neo"/>
                <a:cs typeface="Apple SD Gothic Neo"/>
              </a:defRPr>
            </a:lvl8pPr>
            <a:lvl9pPr>
              <a:defRPr sz="1575" b="0">
                <a:solidFill>
                  <a:srgbClr val="526A84"/>
                </a:solidFill>
                <a:latin typeface="Apple SD Gothic Neo"/>
                <a:ea typeface="Apple SD Gothic Neo"/>
                <a:cs typeface="Apple SD Gothic Neo"/>
              </a:defRPr>
            </a:lvl9pPr>
          </a:lstStyle>
          <a:p xmlns:a="http://schemas.openxmlformats.org/drawingml/2006/main">
            <a:pPr>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defRPr sz="1650" b="0">
                <a:solidFill>
                  <a:srgbClr val="172B45"/>
                </a:solidFill>
                <a:latin typeface="Menlo"/>
                <a:ea typeface="Menlo"/>
                <a:cs typeface="Menlo"/>
              </a:defRPr>
            </a:lvl1pPr>
            <a:lvl2pPr>
              <a:defRPr sz="1650" b="0">
                <a:solidFill>
                  <a:srgbClr val="172B45"/>
                </a:solidFill>
                <a:latin typeface="Menlo"/>
                <a:ea typeface="Menlo"/>
                <a:cs typeface="Menlo"/>
              </a:defRPr>
            </a:lvl2pPr>
            <a:lvl3pPr>
              <a:defRPr sz="1650" b="0">
                <a:solidFill>
                  <a:srgbClr val="172B45"/>
                </a:solidFill>
                <a:latin typeface="Menlo"/>
                <a:ea typeface="Menlo"/>
                <a:cs typeface="Menlo"/>
              </a:defRPr>
            </a:lvl3pPr>
            <a:lvl4pPr>
              <a:defRPr sz="1650" b="0">
                <a:solidFill>
                  <a:srgbClr val="172B45"/>
                </a:solidFill>
                <a:latin typeface="Menlo"/>
                <a:ea typeface="Menlo"/>
                <a:cs typeface="Menlo"/>
              </a:defRPr>
            </a:lvl4pPr>
            <a:lvl5pPr>
              <a:defRPr sz="1650" b="0">
                <a:solidFill>
                  <a:srgbClr val="172B45"/>
                </a:solidFill>
                <a:latin typeface="Menlo"/>
                <a:ea typeface="Menlo"/>
                <a:cs typeface="Menlo"/>
              </a:defRPr>
            </a:lvl5pPr>
            <a:lvl6pPr>
              <a:defRPr sz="1650" b="0">
                <a:solidFill>
                  <a:srgbClr val="172B45"/>
                </a:solidFill>
                <a:latin typeface="Menlo"/>
                <a:ea typeface="Menlo"/>
                <a:cs typeface="Menlo"/>
              </a:defRPr>
            </a:lvl6pPr>
            <a:lvl7pPr>
              <a:defRPr sz="1650" b="0">
                <a:solidFill>
                  <a:srgbClr val="172B45"/>
                </a:solidFill>
                <a:latin typeface="Menlo"/>
                <a:ea typeface="Menlo"/>
                <a:cs typeface="Menlo"/>
              </a:defRPr>
            </a:lvl7pPr>
            <a:lvl8pPr>
              <a:defRPr sz="1650" b="0">
                <a:solidFill>
                  <a:srgbClr val="172B45"/>
                </a:solidFill>
                <a:latin typeface="Menlo"/>
                <a:ea typeface="Menlo"/>
                <a:cs typeface="Menlo"/>
              </a:defRPr>
            </a:lvl8pPr>
            <a:lvl9pPr>
              <a:defRPr sz="1650" b="0">
                <a:solidFill>
                  <a:srgbClr val="172B45"/>
                </a:solidFill>
                <a:latin typeface="Menlo"/>
                <a:ea typeface="Menlo"/>
                <a:cs typeface="Menlo"/>
              </a:defRPr>
            </a:lvl9pPr>
          </a:lstStyle>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defRPr sz="3300" b="1">
                <a:solidFill>
                  <a:srgbClr val="000926"/>
                </a:solidFill>
                <a:latin typeface="Apple SD Gothic Neo"/>
                <a:ea typeface="Apple SD Gothic Neo"/>
                <a:cs typeface="Apple SD Gothic Neo"/>
              </a:defRPr>
            </a:lvl1pPr>
            <a:lvl2pPr>
              <a:defRPr sz="3300" b="1">
                <a:solidFill>
                  <a:srgbClr val="000926"/>
                </a:solidFill>
                <a:latin typeface="Apple SD Gothic Neo"/>
                <a:ea typeface="Apple SD Gothic Neo"/>
                <a:cs typeface="Apple SD Gothic Neo"/>
              </a:defRPr>
            </a:lvl2pPr>
            <a:lvl3pPr>
              <a:defRPr sz="3300" b="1">
                <a:solidFill>
                  <a:srgbClr val="000926"/>
                </a:solidFill>
                <a:latin typeface="Apple SD Gothic Neo"/>
                <a:ea typeface="Apple SD Gothic Neo"/>
                <a:cs typeface="Apple SD Gothic Neo"/>
              </a:defRPr>
            </a:lvl3pPr>
            <a:lvl4pPr>
              <a:defRPr sz="3300" b="1">
                <a:solidFill>
                  <a:srgbClr val="000926"/>
                </a:solidFill>
                <a:latin typeface="Apple SD Gothic Neo"/>
                <a:ea typeface="Apple SD Gothic Neo"/>
                <a:cs typeface="Apple SD Gothic Neo"/>
              </a:defRPr>
            </a:lvl4pPr>
            <a:lvl5pPr>
              <a:defRPr sz="3300" b="1">
                <a:solidFill>
                  <a:srgbClr val="000926"/>
                </a:solidFill>
                <a:latin typeface="Apple SD Gothic Neo"/>
                <a:ea typeface="Apple SD Gothic Neo"/>
                <a:cs typeface="Apple SD Gothic Neo"/>
              </a:defRPr>
            </a:lvl5pPr>
            <a:lvl6pPr>
              <a:defRPr sz="3300" b="1">
                <a:solidFill>
                  <a:srgbClr val="000926"/>
                </a:solidFill>
                <a:latin typeface="Apple SD Gothic Neo"/>
                <a:ea typeface="Apple SD Gothic Neo"/>
                <a:cs typeface="Apple SD Gothic Neo"/>
              </a:defRPr>
            </a:lvl6pPr>
            <a:lvl7pPr>
              <a:defRPr sz="3300" b="1">
                <a:solidFill>
                  <a:srgbClr val="000926"/>
                </a:solidFill>
                <a:latin typeface="Apple SD Gothic Neo"/>
                <a:ea typeface="Apple SD Gothic Neo"/>
                <a:cs typeface="Apple SD Gothic Neo"/>
              </a:defRPr>
            </a:lvl7pPr>
            <a:lvl8pPr>
              <a:defRPr sz="3300" b="1">
                <a:solidFill>
                  <a:srgbClr val="000926"/>
                </a:solidFill>
                <a:latin typeface="Apple SD Gothic Neo"/>
                <a:ea typeface="Apple SD Gothic Neo"/>
                <a:cs typeface="Apple SD Gothic Neo"/>
              </a:defRPr>
            </a:lvl8pPr>
            <a:lvl9pPr>
              <a:defRPr sz="3300" b="1">
                <a:solidFill>
                  <a:srgbClr val="000926"/>
                </a:solidFill>
                <a:latin typeface="Apple SD Gothic Neo"/>
                <a:ea typeface="Apple SD Gothic Neo"/>
                <a:cs typeface="Apple SD Gothic Neo"/>
              </a:defRPr>
            </a:lvl9pPr>
          </a:lstStyle>
          <a:p xmlns:a="http://schemas.openxmlformats.org/drawingml/2006/main">
            <a:pPr>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6/7</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03:45–04:20</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defRPr sz="2850" b="1">
                <a:solidFill>
                  <a:srgbClr val="0F52BA"/>
                </a:solidFill>
                <a:latin typeface="Apple SD Gothic Neo"/>
                <a:ea typeface="Apple SD Gothic Neo"/>
                <a:cs typeface="Apple SD Gothic Neo"/>
              </a:defRPr>
            </a:lvl1pPr>
            <a:lvl2pPr>
              <a:defRPr sz="2850" b="1">
                <a:solidFill>
                  <a:srgbClr val="0F52BA"/>
                </a:solidFill>
                <a:latin typeface="Apple SD Gothic Neo"/>
                <a:ea typeface="Apple SD Gothic Neo"/>
                <a:cs typeface="Apple SD Gothic Neo"/>
              </a:defRPr>
            </a:lvl2pPr>
            <a:lvl3pPr>
              <a:defRPr sz="2850" b="1">
                <a:solidFill>
                  <a:srgbClr val="0F52BA"/>
                </a:solidFill>
                <a:latin typeface="Apple SD Gothic Neo"/>
                <a:ea typeface="Apple SD Gothic Neo"/>
                <a:cs typeface="Apple SD Gothic Neo"/>
              </a:defRPr>
            </a:lvl3pPr>
            <a:lvl4pPr>
              <a:defRPr sz="2850" b="1">
                <a:solidFill>
                  <a:srgbClr val="0F52BA"/>
                </a:solidFill>
                <a:latin typeface="Apple SD Gothic Neo"/>
                <a:ea typeface="Apple SD Gothic Neo"/>
                <a:cs typeface="Apple SD Gothic Neo"/>
              </a:defRPr>
            </a:lvl4pPr>
            <a:lvl5pPr>
              <a:defRPr sz="2850" b="1">
                <a:solidFill>
                  <a:srgbClr val="0F52BA"/>
                </a:solidFill>
                <a:latin typeface="Apple SD Gothic Neo"/>
                <a:ea typeface="Apple SD Gothic Neo"/>
                <a:cs typeface="Apple SD Gothic Neo"/>
              </a:defRPr>
            </a:lvl5pPr>
            <a:lvl6pPr>
              <a:defRPr sz="2850" b="1">
                <a:solidFill>
                  <a:srgbClr val="0F52BA"/>
                </a:solidFill>
                <a:latin typeface="Apple SD Gothic Neo"/>
                <a:ea typeface="Apple SD Gothic Neo"/>
                <a:cs typeface="Apple SD Gothic Neo"/>
              </a:defRPr>
            </a:lvl6pPr>
            <a:lvl7pPr>
              <a:defRPr sz="2850" b="1">
                <a:solidFill>
                  <a:srgbClr val="0F52BA"/>
                </a:solidFill>
                <a:latin typeface="Apple SD Gothic Neo"/>
                <a:ea typeface="Apple SD Gothic Neo"/>
                <a:cs typeface="Apple SD Gothic Neo"/>
              </a:defRPr>
            </a:lvl7pPr>
            <a:lvl8pPr>
              <a:defRPr sz="2850" b="1">
                <a:solidFill>
                  <a:srgbClr val="0F52BA"/>
                </a:solidFill>
                <a:latin typeface="Apple SD Gothic Neo"/>
                <a:ea typeface="Apple SD Gothic Neo"/>
                <a:cs typeface="Apple SD Gothic Neo"/>
              </a:defRPr>
            </a:lvl8pPr>
            <a:lvl9pPr>
              <a:defRPr sz="2850" b="1">
                <a:solidFill>
                  <a:srgbClr val="0F52BA"/>
                </a:solidFill>
                <a:latin typeface="Apple SD Gothic Neo"/>
                <a:ea typeface="Apple SD Gothic Neo"/>
                <a:cs typeface="Apple SD Gothic Neo"/>
              </a:defRPr>
            </a:lvl9pPr>
          </a:lstStyle>
          <a:p xmlns:a="http://schemas.openxmlformats.org/drawingml/2006/main">
            <a:pPr>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defRPr sz="2400" b="1">
                <a:solidFill>
                  <a:srgbClr val="000926"/>
                </a:solidFill>
                <a:latin typeface="Apple SD Gothic Neo"/>
                <a:ea typeface="Apple SD Gothic Neo"/>
                <a:cs typeface="Apple SD Gothic Neo"/>
              </a:defRPr>
            </a:lvl1pPr>
            <a:lvl2pPr>
              <a:defRPr sz="2400" b="1">
                <a:solidFill>
                  <a:srgbClr val="000926"/>
                </a:solidFill>
                <a:latin typeface="Apple SD Gothic Neo"/>
                <a:ea typeface="Apple SD Gothic Neo"/>
                <a:cs typeface="Apple SD Gothic Neo"/>
              </a:defRPr>
            </a:lvl2pPr>
            <a:lvl3pPr>
              <a:defRPr sz="2400" b="1">
                <a:solidFill>
                  <a:srgbClr val="000926"/>
                </a:solidFill>
                <a:latin typeface="Apple SD Gothic Neo"/>
                <a:ea typeface="Apple SD Gothic Neo"/>
                <a:cs typeface="Apple SD Gothic Neo"/>
              </a:defRPr>
            </a:lvl3pPr>
            <a:lvl4pPr>
              <a:defRPr sz="2400" b="1">
                <a:solidFill>
                  <a:srgbClr val="000926"/>
                </a:solidFill>
                <a:latin typeface="Apple SD Gothic Neo"/>
                <a:ea typeface="Apple SD Gothic Neo"/>
                <a:cs typeface="Apple SD Gothic Neo"/>
              </a:defRPr>
            </a:lvl4pPr>
            <a:lvl5pPr>
              <a:defRPr sz="2400" b="1">
                <a:solidFill>
                  <a:srgbClr val="000926"/>
                </a:solidFill>
                <a:latin typeface="Apple SD Gothic Neo"/>
                <a:ea typeface="Apple SD Gothic Neo"/>
                <a:cs typeface="Apple SD Gothic Neo"/>
              </a:defRPr>
            </a:lvl5pPr>
            <a:lvl6pPr>
              <a:defRPr sz="2400" b="1">
                <a:solidFill>
                  <a:srgbClr val="000926"/>
                </a:solidFill>
                <a:latin typeface="Apple SD Gothic Neo"/>
                <a:ea typeface="Apple SD Gothic Neo"/>
                <a:cs typeface="Apple SD Gothic Neo"/>
              </a:defRPr>
            </a:lvl6pPr>
            <a:lvl7pPr>
              <a:defRPr sz="2400" b="1">
                <a:solidFill>
                  <a:srgbClr val="000926"/>
                </a:solidFill>
                <a:latin typeface="Apple SD Gothic Neo"/>
                <a:ea typeface="Apple SD Gothic Neo"/>
                <a:cs typeface="Apple SD Gothic Neo"/>
              </a:defRPr>
            </a:lvl7pPr>
            <a:lvl8pPr>
              <a:defRPr sz="2400" b="1">
                <a:solidFill>
                  <a:srgbClr val="000926"/>
                </a:solidFill>
                <a:latin typeface="Apple SD Gothic Neo"/>
                <a:ea typeface="Apple SD Gothic Neo"/>
                <a:cs typeface="Apple SD Gothic Neo"/>
              </a:defRPr>
            </a:lvl8pPr>
            <a:lvl9pPr>
              <a:defRPr sz="2400" b="1">
                <a:solidFill>
                  <a:srgbClr val="000926"/>
                </a:solidFill>
                <a:latin typeface="Apple SD Gothic Neo"/>
                <a:ea typeface="Apple SD Gothic Neo"/>
                <a:cs typeface="Apple SD Gothic Neo"/>
              </a:defRPr>
            </a:lvl9pPr>
          </a:lstStyle>
          <a:p xmlns:a="http://schemas.openxmlformats.org/drawingml/2006/main">
            <a:pPr>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905250"/>
            <a:ext cx="533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defRPr sz="2175" b="0">
                <a:solidFill>
                  <a:srgbClr val="172B45"/>
                </a:solidFill>
                <a:latin typeface="Apple SD Gothic Neo"/>
                <a:ea typeface="Apple SD Gothic Neo"/>
                <a:cs typeface="Apple SD Gothic Neo"/>
              </a:defRPr>
            </a:lvl1pPr>
            <a:lvl2pPr>
              <a:defRPr sz="2175" b="0">
                <a:solidFill>
                  <a:srgbClr val="172B45"/>
                </a:solidFill>
                <a:latin typeface="Apple SD Gothic Neo"/>
                <a:ea typeface="Apple SD Gothic Neo"/>
                <a:cs typeface="Apple SD Gothic Neo"/>
              </a:defRPr>
            </a:lvl2pPr>
            <a:lvl3pPr>
              <a:defRPr sz="2175" b="0">
                <a:solidFill>
                  <a:srgbClr val="172B45"/>
                </a:solidFill>
                <a:latin typeface="Apple SD Gothic Neo"/>
                <a:ea typeface="Apple SD Gothic Neo"/>
                <a:cs typeface="Apple SD Gothic Neo"/>
              </a:defRPr>
            </a:lvl3pPr>
            <a:lvl4pPr>
              <a:defRPr sz="2175" b="0">
                <a:solidFill>
                  <a:srgbClr val="172B45"/>
                </a:solidFill>
                <a:latin typeface="Apple SD Gothic Neo"/>
                <a:ea typeface="Apple SD Gothic Neo"/>
                <a:cs typeface="Apple SD Gothic Neo"/>
              </a:defRPr>
            </a:lvl4pPr>
            <a:lvl5pPr>
              <a:defRPr sz="2175" b="0">
                <a:solidFill>
                  <a:srgbClr val="172B45"/>
                </a:solidFill>
                <a:latin typeface="Apple SD Gothic Neo"/>
                <a:ea typeface="Apple SD Gothic Neo"/>
                <a:cs typeface="Apple SD Gothic Neo"/>
              </a:defRPr>
            </a:lvl5pPr>
            <a:lvl6pPr>
              <a:defRPr sz="2175" b="0">
                <a:solidFill>
                  <a:srgbClr val="172B45"/>
                </a:solidFill>
                <a:latin typeface="Apple SD Gothic Neo"/>
                <a:ea typeface="Apple SD Gothic Neo"/>
                <a:cs typeface="Apple SD Gothic Neo"/>
              </a:defRPr>
            </a:lvl6pPr>
            <a:lvl7pPr>
              <a:defRPr sz="2175" b="0">
                <a:solidFill>
                  <a:srgbClr val="172B45"/>
                </a:solidFill>
                <a:latin typeface="Apple SD Gothic Neo"/>
                <a:ea typeface="Apple SD Gothic Neo"/>
                <a:cs typeface="Apple SD Gothic Neo"/>
              </a:defRPr>
            </a:lvl7pPr>
            <a:lvl8pPr>
              <a:defRPr sz="2175" b="0">
                <a:solidFill>
                  <a:srgbClr val="172B45"/>
                </a:solidFill>
                <a:latin typeface="Apple SD Gothic Neo"/>
                <a:ea typeface="Apple SD Gothic Neo"/>
                <a:cs typeface="Apple SD Gothic Neo"/>
              </a:defRPr>
            </a:lvl8pPr>
            <a:lvl9pPr>
              <a:defRPr sz="2175" b="0">
                <a:solidFill>
                  <a:srgbClr val="172B45"/>
                </a:solidFill>
                <a:latin typeface="Apple SD Gothic Neo"/>
                <a:ea typeface="Apple SD Gothic Neo"/>
                <a:cs typeface="Apple SD Gothic Neo"/>
              </a:defRPr>
            </a:lvl9pPr>
          </a:lstStyle>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다른 문단에 있는 예외도</a:t>
            </a:r>
          </a:p>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검토 맥락에 포함하기 위한 선택</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defRPr sz="1575" b="0">
                <a:solidFill>
                  <a:srgbClr val="526A84"/>
                </a:solidFill>
                <a:latin typeface="Apple SD Gothic Neo"/>
                <a:ea typeface="Apple SD Gothic Neo"/>
                <a:cs typeface="Apple SD Gothic Neo"/>
              </a:defRPr>
            </a:lvl1pPr>
            <a:lvl2pPr>
              <a:defRPr sz="1575" b="0">
                <a:solidFill>
                  <a:srgbClr val="526A84"/>
                </a:solidFill>
                <a:latin typeface="Apple SD Gothic Neo"/>
                <a:ea typeface="Apple SD Gothic Neo"/>
                <a:cs typeface="Apple SD Gothic Neo"/>
              </a:defRPr>
            </a:lvl2pPr>
            <a:lvl3pPr>
              <a:defRPr sz="1575" b="0">
                <a:solidFill>
                  <a:srgbClr val="526A84"/>
                </a:solidFill>
                <a:latin typeface="Apple SD Gothic Neo"/>
                <a:ea typeface="Apple SD Gothic Neo"/>
                <a:cs typeface="Apple SD Gothic Neo"/>
              </a:defRPr>
            </a:lvl3pPr>
            <a:lvl4pPr>
              <a:defRPr sz="1575" b="0">
                <a:solidFill>
                  <a:srgbClr val="526A84"/>
                </a:solidFill>
                <a:latin typeface="Apple SD Gothic Neo"/>
                <a:ea typeface="Apple SD Gothic Neo"/>
                <a:cs typeface="Apple SD Gothic Neo"/>
              </a:defRPr>
            </a:lvl4pPr>
            <a:lvl5pPr>
              <a:defRPr sz="1575" b="0">
                <a:solidFill>
                  <a:srgbClr val="526A84"/>
                </a:solidFill>
                <a:latin typeface="Apple SD Gothic Neo"/>
                <a:ea typeface="Apple SD Gothic Neo"/>
                <a:cs typeface="Apple SD Gothic Neo"/>
              </a:defRPr>
            </a:lvl5pPr>
            <a:lvl6pPr>
              <a:defRPr sz="1575" b="0">
                <a:solidFill>
                  <a:srgbClr val="526A84"/>
                </a:solidFill>
                <a:latin typeface="Apple SD Gothic Neo"/>
                <a:ea typeface="Apple SD Gothic Neo"/>
                <a:cs typeface="Apple SD Gothic Neo"/>
              </a:defRPr>
            </a:lvl6pPr>
            <a:lvl7pPr>
              <a:defRPr sz="1575" b="0">
                <a:solidFill>
                  <a:srgbClr val="526A84"/>
                </a:solidFill>
                <a:latin typeface="Apple SD Gothic Neo"/>
                <a:ea typeface="Apple SD Gothic Neo"/>
                <a:cs typeface="Apple SD Gothic Neo"/>
              </a:defRPr>
            </a:lvl7pPr>
            <a:lvl8pPr>
              <a:defRPr sz="1575" b="0">
                <a:solidFill>
                  <a:srgbClr val="526A84"/>
                </a:solidFill>
                <a:latin typeface="Apple SD Gothic Neo"/>
                <a:ea typeface="Apple SD Gothic Neo"/>
                <a:cs typeface="Apple SD Gothic Neo"/>
              </a:defRPr>
            </a:lvl8pPr>
            <a:lvl9pPr>
              <a:defRPr sz="1575" b="0">
                <a:solidFill>
                  <a:srgbClr val="526A84"/>
                </a:solidFill>
                <a:latin typeface="Apple SD Gothic Neo"/>
                <a:ea typeface="Apple SD Gothic Neo"/>
                <a:cs typeface="Apple SD Gothic Neo"/>
              </a:defRPr>
            </a:lvl9pPr>
          </a:lstStyle>
          <a:p xmlns:a="http://schemas.openxmlformats.org/drawingml/2006/main">
            <a:pPr>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defRPr sz="1650" b="0">
                <a:solidFill>
                  <a:srgbClr val="172B45"/>
                </a:solidFill>
                <a:latin typeface="Menlo"/>
                <a:ea typeface="Menlo"/>
                <a:cs typeface="Menlo"/>
              </a:defRPr>
            </a:lvl1pPr>
            <a:lvl2pPr>
              <a:defRPr sz="1650" b="0">
                <a:solidFill>
                  <a:srgbClr val="172B45"/>
                </a:solidFill>
                <a:latin typeface="Menlo"/>
                <a:ea typeface="Menlo"/>
                <a:cs typeface="Menlo"/>
              </a:defRPr>
            </a:lvl2pPr>
            <a:lvl3pPr>
              <a:defRPr sz="1650" b="0">
                <a:solidFill>
                  <a:srgbClr val="172B45"/>
                </a:solidFill>
                <a:latin typeface="Menlo"/>
                <a:ea typeface="Menlo"/>
                <a:cs typeface="Menlo"/>
              </a:defRPr>
            </a:lvl3pPr>
            <a:lvl4pPr>
              <a:defRPr sz="1650" b="0">
                <a:solidFill>
                  <a:srgbClr val="172B45"/>
                </a:solidFill>
                <a:latin typeface="Menlo"/>
                <a:ea typeface="Menlo"/>
                <a:cs typeface="Menlo"/>
              </a:defRPr>
            </a:lvl4pPr>
            <a:lvl5pPr>
              <a:defRPr sz="1650" b="0">
                <a:solidFill>
                  <a:srgbClr val="172B45"/>
                </a:solidFill>
                <a:latin typeface="Menlo"/>
                <a:ea typeface="Menlo"/>
                <a:cs typeface="Menlo"/>
              </a:defRPr>
            </a:lvl5pPr>
            <a:lvl6pPr>
              <a:defRPr sz="1650" b="0">
                <a:solidFill>
                  <a:srgbClr val="172B45"/>
                </a:solidFill>
                <a:latin typeface="Menlo"/>
                <a:ea typeface="Menlo"/>
                <a:cs typeface="Menlo"/>
              </a:defRPr>
            </a:lvl6pPr>
            <a:lvl7pPr>
              <a:defRPr sz="1650" b="0">
                <a:solidFill>
                  <a:srgbClr val="172B45"/>
                </a:solidFill>
                <a:latin typeface="Menlo"/>
                <a:ea typeface="Menlo"/>
                <a:cs typeface="Menlo"/>
              </a:defRPr>
            </a:lvl7pPr>
            <a:lvl8pPr>
              <a:defRPr sz="1650" b="0">
                <a:solidFill>
                  <a:srgbClr val="172B45"/>
                </a:solidFill>
                <a:latin typeface="Menlo"/>
                <a:ea typeface="Menlo"/>
                <a:cs typeface="Menlo"/>
              </a:defRPr>
            </a:lvl8pPr>
            <a:lvl9pPr>
              <a:defRPr sz="1650" b="0">
                <a:solidFill>
                  <a:srgbClr val="172B45"/>
                </a:solidFill>
                <a:latin typeface="Menlo"/>
                <a:ea typeface="Menlo"/>
                <a:cs typeface="Menlo"/>
              </a:defRPr>
            </a:lvl9pPr>
          </a:lstStyle>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defRPr sz="2025" b="1">
                <a:solidFill>
                  <a:srgbClr val="0F52BA"/>
                </a:solidFill>
                <a:latin typeface="Apple SD Gothic Neo"/>
                <a:ea typeface="Apple SD Gothic Neo"/>
                <a:cs typeface="Apple SD Gothic Neo"/>
              </a:defRPr>
            </a:lvl1pPr>
            <a:lvl2pPr>
              <a:defRPr sz="2025" b="1">
                <a:solidFill>
                  <a:srgbClr val="0F52BA"/>
                </a:solidFill>
                <a:latin typeface="Apple SD Gothic Neo"/>
                <a:ea typeface="Apple SD Gothic Neo"/>
                <a:cs typeface="Apple SD Gothic Neo"/>
              </a:defRPr>
            </a:lvl2pPr>
            <a:lvl3pPr>
              <a:defRPr sz="2025" b="1">
                <a:solidFill>
                  <a:srgbClr val="0F52BA"/>
                </a:solidFill>
                <a:latin typeface="Apple SD Gothic Neo"/>
                <a:ea typeface="Apple SD Gothic Neo"/>
                <a:cs typeface="Apple SD Gothic Neo"/>
              </a:defRPr>
            </a:lvl3pPr>
            <a:lvl4pPr>
              <a:defRPr sz="2025" b="1">
                <a:solidFill>
                  <a:srgbClr val="0F52BA"/>
                </a:solidFill>
                <a:latin typeface="Apple SD Gothic Neo"/>
                <a:ea typeface="Apple SD Gothic Neo"/>
                <a:cs typeface="Apple SD Gothic Neo"/>
              </a:defRPr>
            </a:lvl4pPr>
            <a:lvl5pPr>
              <a:defRPr sz="2025" b="1">
                <a:solidFill>
                  <a:srgbClr val="0F52BA"/>
                </a:solidFill>
                <a:latin typeface="Apple SD Gothic Neo"/>
                <a:ea typeface="Apple SD Gothic Neo"/>
                <a:cs typeface="Apple SD Gothic Neo"/>
              </a:defRPr>
            </a:lvl5pPr>
            <a:lvl6pPr>
              <a:defRPr sz="2025" b="1">
                <a:solidFill>
                  <a:srgbClr val="0F52BA"/>
                </a:solidFill>
                <a:latin typeface="Apple SD Gothic Neo"/>
                <a:ea typeface="Apple SD Gothic Neo"/>
                <a:cs typeface="Apple SD Gothic Neo"/>
              </a:defRPr>
            </a:lvl6pPr>
            <a:lvl7pPr>
              <a:defRPr sz="2025" b="1">
                <a:solidFill>
                  <a:srgbClr val="0F52BA"/>
                </a:solidFill>
                <a:latin typeface="Apple SD Gothic Neo"/>
                <a:ea typeface="Apple SD Gothic Neo"/>
                <a:cs typeface="Apple SD Gothic Neo"/>
              </a:defRPr>
            </a:lvl7pPr>
            <a:lvl8pPr>
              <a:defRPr sz="2025" b="1">
                <a:solidFill>
                  <a:srgbClr val="0F52BA"/>
                </a:solidFill>
                <a:latin typeface="Apple SD Gothic Neo"/>
                <a:ea typeface="Apple SD Gothic Neo"/>
                <a:cs typeface="Apple SD Gothic Neo"/>
              </a:defRPr>
            </a:lvl8pPr>
            <a:lvl9pPr>
              <a:defRPr sz="2025" b="1">
                <a:solidFill>
                  <a:srgbClr val="0F52BA"/>
                </a:solidFill>
                <a:latin typeface="Apple SD Gothic Neo"/>
                <a:ea typeface="Apple SD Gothic Neo"/>
                <a:cs typeface="Apple SD Gothic Neo"/>
              </a:defRPr>
            </a:lvl9pPr>
          </a:lstStyle>
          <a:p xmlns:a="http://schemas.openxmlformats.org/drawingml/2006/main">
            <a:pPr>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defRPr sz="3300" b="1">
                <a:solidFill>
                  <a:srgbClr val="000926"/>
                </a:solidFill>
                <a:latin typeface="Apple SD Gothic Neo"/>
                <a:ea typeface="Apple SD Gothic Neo"/>
                <a:cs typeface="Apple SD Gothic Neo"/>
              </a:defRPr>
            </a:lvl1pPr>
            <a:lvl2pPr>
              <a:defRPr sz="3300" b="1">
                <a:solidFill>
                  <a:srgbClr val="000926"/>
                </a:solidFill>
                <a:latin typeface="Apple SD Gothic Neo"/>
                <a:ea typeface="Apple SD Gothic Neo"/>
                <a:cs typeface="Apple SD Gothic Neo"/>
              </a:defRPr>
            </a:lvl2pPr>
            <a:lvl3pPr>
              <a:defRPr sz="3300" b="1">
                <a:solidFill>
                  <a:srgbClr val="000926"/>
                </a:solidFill>
                <a:latin typeface="Apple SD Gothic Neo"/>
                <a:ea typeface="Apple SD Gothic Neo"/>
                <a:cs typeface="Apple SD Gothic Neo"/>
              </a:defRPr>
            </a:lvl3pPr>
            <a:lvl4pPr>
              <a:defRPr sz="3300" b="1">
                <a:solidFill>
                  <a:srgbClr val="000926"/>
                </a:solidFill>
                <a:latin typeface="Apple SD Gothic Neo"/>
                <a:ea typeface="Apple SD Gothic Neo"/>
                <a:cs typeface="Apple SD Gothic Neo"/>
              </a:defRPr>
            </a:lvl4pPr>
            <a:lvl5pPr>
              <a:defRPr sz="3300" b="1">
                <a:solidFill>
                  <a:srgbClr val="000926"/>
                </a:solidFill>
                <a:latin typeface="Apple SD Gothic Neo"/>
                <a:ea typeface="Apple SD Gothic Neo"/>
                <a:cs typeface="Apple SD Gothic Neo"/>
              </a:defRPr>
            </a:lvl5pPr>
            <a:lvl6pPr>
              <a:defRPr sz="3300" b="1">
                <a:solidFill>
                  <a:srgbClr val="000926"/>
                </a:solidFill>
                <a:latin typeface="Apple SD Gothic Neo"/>
                <a:ea typeface="Apple SD Gothic Neo"/>
                <a:cs typeface="Apple SD Gothic Neo"/>
              </a:defRPr>
            </a:lvl6pPr>
            <a:lvl7pPr>
              <a:defRPr sz="3300" b="1">
                <a:solidFill>
                  <a:srgbClr val="000926"/>
                </a:solidFill>
                <a:latin typeface="Apple SD Gothic Neo"/>
                <a:ea typeface="Apple SD Gothic Neo"/>
                <a:cs typeface="Apple SD Gothic Neo"/>
              </a:defRPr>
            </a:lvl7pPr>
            <a:lvl8pPr>
              <a:defRPr sz="3300" b="1">
                <a:solidFill>
                  <a:srgbClr val="000926"/>
                </a:solidFill>
                <a:latin typeface="Apple SD Gothic Neo"/>
                <a:ea typeface="Apple SD Gothic Neo"/>
                <a:cs typeface="Apple SD Gothic Neo"/>
              </a:defRPr>
            </a:lvl8pPr>
            <a:lvl9pPr>
              <a:defRPr sz="3300" b="1">
                <a:solidFill>
                  <a:srgbClr val="000926"/>
                </a:solidFill>
                <a:latin typeface="Apple SD Gothic Neo"/>
                <a:ea typeface="Apple SD Gothic Neo"/>
                <a:cs typeface="Apple SD Gothic Neo"/>
              </a:defRPr>
            </a:lvl9pPr>
          </a:lstStyle>
          <a:p xmlns:a="http://schemas.openxmlformats.org/drawingml/2006/main">
            <a:pPr>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검토 오탐 보완과 남은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7/7</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defRPr sz="1350" b="0">
                <a:solidFill>
                  <a:srgbClr val="526A84"/>
                </a:solidFill>
                <a:latin typeface="Apple SD Gothic Neo"/>
                <a:ea typeface="Apple SD Gothic Neo"/>
                <a:cs typeface="Apple SD Gothic Neo"/>
              </a:defRPr>
            </a:lvl1pPr>
            <a:lvl2pPr>
              <a:defRPr sz="1350" b="0">
                <a:solidFill>
                  <a:srgbClr val="526A84"/>
                </a:solidFill>
                <a:latin typeface="Apple SD Gothic Neo"/>
                <a:ea typeface="Apple SD Gothic Neo"/>
                <a:cs typeface="Apple SD Gothic Neo"/>
              </a:defRPr>
            </a:lvl2pPr>
            <a:lvl3pPr>
              <a:defRPr sz="1350" b="0">
                <a:solidFill>
                  <a:srgbClr val="526A84"/>
                </a:solidFill>
                <a:latin typeface="Apple SD Gothic Neo"/>
                <a:ea typeface="Apple SD Gothic Neo"/>
                <a:cs typeface="Apple SD Gothic Neo"/>
              </a:defRPr>
            </a:lvl3pPr>
            <a:lvl4pPr>
              <a:defRPr sz="1350" b="0">
                <a:solidFill>
                  <a:srgbClr val="526A84"/>
                </a:solidFill>
                <a:latin typeface="Apple SD Gothic Neo"/>
                <a:ea typeface="Apple SD Gothic Neo"/>
                <a:cs typeface="Apple SD Gothic Neo"/>
              </a:defRPr>
            </a:lvl4pPr>
            <a:lvl5pPr>
              <a:defRPr sz="1350" b="0">
                <a:solidFill>
                  <a:srgbClr val="526A84"/>
                </a:solidFill>
                <a:latin typeface="Apple SD Gothic Neo"/>
                <a:ea typeface="Apple SD Gothic Neo"/>
                <a:cs typeface="Apple SD Gothic Neo"/>
              </a:defRPr>
            </a:lvl5pPr>
            <a:lvl6pPr>
              <a:defRPr sz="1350" b="0">
                <a:solidFill>
                  <a:srgbClr val="526A84"/>
                </a:solidFill>
                <a:latin typeface="Apple SD Gothic Neo"/>
                <a:ea typeface="Apple SD Gothic Neo"/>
                <a:cs typeface="Apple SD Gothic Neo"/>
              </a:defRPr>
            </a:lvl6pPr>
            <a:lvl7pPr>
              <a:defRPr sz="1350" b="0">
                <a:solidFill>
                  <a:srgbClr val="526A84"/>
                </a:solidFill>
                <a:latin typeface="Apple SD Gothic Neo"/>
                <a:ea typeface="Apple SD Gothic Neo"/>
                <a:cs typeface="Apple SD Gothic Neo"/>
              </a:defRPr>
            </a:lvl7pPr>
            <a:lvl8pPr>
              <a:defRPr sz="1350" b="0">
                <a:solidFill>
                  <a:srgbClr val="526A84"/>
                </a:solidFill>
                <a:latin typeface="Apple SD Gothic Neo"/>
                <a:ea typeface="Apple SD Gothic Neo"/>
                <a:cs typeface="Apple SD Gothic Neo"/>
              </a:defRPr>
            </a:lvl8pPr>
            <a:lvl9pPr>
              <a:defRPr sz="1350" b="0">
                <a:solidFill>
                  <a:srgbClr val="526A84"/>
                </a:solidFill>
                <a:latin typeface="Apple SD Gothic Neo"/>
                <a:ea typeface="Apple SD Gothic Neo"/>
                <a:cs typeface="Apple SD Gothic Neo"/>
              </a:defRPr>
            </a:lvl9pPr>
          </a:lstStyle>
          <a:p xmlns:a="http://schemas.openxmlformats.org/drawingml/2006/main">
            <a:pPr>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04:20–04:45</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defRPr sz="2775" b="1">
                <a:solidFill>
                  <a:srgbClr val="0F52BA"/>
                </a:solidFill>
                <a:latin typeface="Apple SD Gothic Neo"/>
                <a:ea typeface="Apple SD Gothic Neo"/>
                <a:cs typeface="Apple SD Gothic Neo"/>
              </a:defRPr>
            </a:lvl1pPr>
            <a:lvl2pPr>
              <a:defRPr sz="2775" b="1">
                <a:solidFill>
                  <a:srgbClr val="0F52BA"/>
                </a:solidFill>
                <a:latin typeface="Apple SD Gothic Neo"/>
                <a:ea typeface="Apple SD Gothic Neo"/>
                <a:cs typeface="Apple SD Gothic Neo"/>
              </a:defRPr>
            </a:lvl2pPr>
            <a:lvl3pPr>
              <a:defRPr sz="2775" b="1">
                <a:solidFill>
                  <a:srgbClr val="0F52BA"/>
                </a:solidFill>
                <a:latin typeface="Apple SD Gothic Neo"/>
                <a:ea typeface="Apple SD Gothic Neo"/>
                <a:cs typeface="Apple SD Gothic Neo"/>
              </a:defRPr>
            </a:lvl3pPr>
            <a:lvl4pPr>
              <a:defRPr sz="2775" b="1">
                <a:solidFill>
                  <a:srgbClr val="0F52BA"/>
                </a:solidFill>
                <a:latin typeface="Apple SD Gothic Neo"/>
                <a:ea typeface="Apple SD Gothic Neo"/>
                <a:cs typeface="Apple SD Gothic Neo"/>
              </a:defRPr>
            </a:lvl4pPr>
            <a:lvl5pPr>
              <a:defRPr sz="2775" b="1">
                <a:solidFill>
                  <a:srgbClr val="0F52BA"/>
                </a:solidFill>
                <a:latin typeface="Apple SD Gothic Neo"/>
                <a:ea typeface="Apple SD Gothic Neo"/>
                <a:cs typeface="Apple SD Gothic Neo"/>
              </a:defRPr>
            </a:lvl5pPr>
            <a:lvl6pPr>
              <a:defRPr sz="2775" b="1">
                <a:solidFill>
                  <a:srgbClr val="0F52BA"/>
                </a:solidFill>
                <a:latin typeface="Apple SD Gothic Neo"/>
                <a:ea typeface="Apple SD Gothic Neo"/>
                <a:cs typeface="Apple SD Gothic Neo"/>
              </a:defRPr>
            </a:lvl6pPr>
            <a:lvl7pPr>
              <a:defRPr sz="2775" b="1">
                <a:solidFill>
                  <a:srgbClr val="0F52BA"/>
                </a:solidFill>
                <a:latin typeface="Apple SD Gothic Neo"/>
                <a:ea typeface="Apple SD Gothic Neo"/>
                <a:cs typeface="Apple SD Gothic Neo"/>
              </a:defRPr>
            </a:lvl7pPr>
            <a:lvl8pPr>
              <a:defRPr sz="2775" b="1">
                <a:solidFill>
                  <a:srgbClr val="0F52BA"/>
                </a:solidFill>
                <a:latin typeface="Apple SD Gothic Neo"/>
                <a:ea typeface="Apple SD Gothic Neo"/>
                <a:cs typeface="Apple SD Gothic Neo"/>
              </a:defRPr>
            </a:lvl8pPr>
            <a:lvl9pPr>
              <a:defRPr sz="2775" b="1">
                <a:solidFill>
                  <a:srgbClr val="0F52BA"/>
                </a:solidFill>
                <a:latin typeface="Apple SD Gothic Neo"/>
                <a:ea typeface="Apple SD Gothic Neo"/>
                <a:cs typeface="Apple SD Gothic Neo"/>
              </a:defRPr>
            </a:lvl9pPr>
          </a:lstStyle>
          <a:p xmlns:a="http://schemas.openxmlformats.org/drawingml/2006/main">
            <a:pPr>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4479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defRPr sz="1725" b="0">
                <a:solidFill>
                  <a:srgbClr val="526A84"/>
                </a:solidFill>
                <a:latin typeface="Menlo"/>
                <a:ea typeface="Menlo"/>
                <a:cs typeface="Menlo"/>
              </a:defRPr>
            </a:lvl1pPr>
            <a:lvl2pPr>
              <a:defRPr sz="1725" b="0">
                <a:solidFill>
                  <a:srgbClr val="526A84"/>
                </a:solidFill>
                <a:latin typeface="Menlo"/>
                <a:ea typeface="Menlo"/>
                <a:cs typeface="Menlo"/>
              </a:defRPr>
            </a:lvl2pPr>
            <a:lvl3pPr>
              <a:defRPr sz="1725" b="0">
                <a:solidFill>
                  <a:srgbClr val="526A84"/>
                </a:solidFill>
                <a:latin typeface="Menlo"/>
                <a:ea typeface="Menlo"/>
                <a:cs typeface="Menlo"/>
              </a:defRPr>
            </a:lvl3pPr>
            <a:lvl4pPr>
              <a:defRPr sz="1725" b="0">
                <a:solidFill>
                  <a:srgbClr val="526A84"/>
                </a:solidFill>
                <a:latin typeface="Menlo"/>
                <a:ea typeface="Menlo"/>
                <a:cs typeface="Menlo"/>
              </a:defRPr>
            </a:lvl4pPr>
            <a:lvl5pPr>
              <a:defRPr sz="1725" b="0">
                <a:solidFill>
                  <a:srgbClr val="526A84"/>
                </a:solidFill>
                <a:latin typeface="Menlo"/>
                <a:ea typeface="Menlo"/>
                <a:cs typeface="Menlo"/>
              </a:defRPr>
            </a:lvl5pPr>
            <a:lvl6pPr>
              <a:defRPr sz="1725" b="0">
                <a:solidFill>
                  <a:srgbClr val="526A84"/>
                </a:solidFill>
                <a:latin typeface="Menlo"/>
                <a:ea typeface="Menlo"/>
                <a:cs typeface="Menlo"/>
              </a:defRPr>
            </a:lvl6pPr>
            <a:lvl7pPr>
              <a:defRPr sz="1725" b="0">
                <a:solidFill>
                  <a:srgbClr val="526A84"/>
                </a:solidFill>
                <a:latin typeface="Menlo"/>
                <a:ea typeface="Menlo"/>
                <a:cs typeface="Menlo"/>
              </a:defRPr>
            </a:lvl7pPr>
            <a:lvl8pPr>
              <a:defRPr sz="1725" b="0">
                <a:solidFill>
                  <a:srgbClr val="526A84"/>
                </a:solidFill>
                <a:latin typeface="Menlo"/>
                <a:ea typeface="Menlo"/>
                <a:cs typeface="Menlo"/>
              </a:defRPr>
            </a:lvl8pPr>
            <a:lvl9pPr>
              <a:defRPr sz="1725" b="0">
                <a:solidFill>
                  <a:srgbClr val="526A84"/>
                </a:solidFill>
                <a:latin typeface="Menlo"/>
                <a:ea typeface="Menlo"/>
                <a:cs typeface="Menlo"/>
              </a:defRPr>
            </a:lvl9pPr>
          </a:lstStyle>
          <a:p xmlns:a="http://schemas.openxmlformats.org/drawingml/2006/main">
            <a:pPr>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3067050"/>
            <a:ext cx="10858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000926"/>
                </a:solidFill>
                <a:latin typeface="Apple SD Gothic Neo"/>
                <a:ea typeface="Apple SD Gothic Neo"/>
                <a:cs typeface="Apple SD Gothic Neo"/>
              </a:defRPr>
            </a:defPPr>
            <a:lvl1pPr>
              <a:defRPr sz="2550" b="1">
                <a:solidFill>
                  <a:srgbClr val="000926"/>
                </a:solidFill>
                <a:latin typeface="Apple SD Gothic Neo"/>
                <a:ea typeface="Apple SD Gothic Neo"/>
                <a:cs typeface="Apple SD Gothic Neo"/>
              </a:defRPr>
            </a:lvl1pPr>
            <a:lvl2pPr>
              <a:defRPr sz="2550" b="1">
                <a:solidFill>
                  <a:srgbClr val="000926"/>
                </a:solidFill>
                <a:latin typeface="Apple SD Gothic Neo"/>
                <a:ea typeface="Apple SD Gothic Neo"/>
                <a:cs typeface="Apple SD Gothic Neo"/>
              </a:defRPr>
            </a:lvl2pPr>
            <a:lvl3pPr>
              <a:defRPr sz="2550" b="1">
                <a:solidFill>
                  <a:srgbClr val="000926"/>
                </a:solidFill>
                <a:latin typeface="Apple SD Gothic Neo"/>
                <a:ea typeface="Apple SD Gothic Neo"/>
                <a:cs typeface="Apple SD Gothic Neo"/>
              </a:defRPr>
            </a:lvl3pPr>
            <a:lvl4pPr>
              <a:defRPr sz="2550" b="1">
                <a:solidFill>
                  <a:srgbClr val="000926"/>
                </a:solidFill>
                <a:latin typeface="Apple SD Gothic Neo"/>
                <a:ea typeface="Apple SD Gothic Neo"/>
                <a:cs typeface="Apple SD Gothic Neo"/>
              </a:defRPr>
            </a:lvl4pPr>
            <a:lvl5pPr>
              <a:defRPr sz="2550" b="1">
                <a:solidFill>
                  <a:srgbClr val="000926"/>
                </a:solidFill>
                <a:latin typeface="Apple SD Gothic Neo"/>
                <a:ea typeface="Apple SD Gothic Neo"/>
                <a:cs typeface="Apple SD Gothic Neo"/>
              </a:defRPr>
            </a:lvl5pPr>
            <a:lvl6pPr>
              <a:defRPr sz="2550" b="1">
                <a:solidFill>
                  <a:srgbClr val="000926"/>
                </a:solidFill>
                <a:latin typeface="Apple SD Gothic Neo"/>
                <a:ea typeface="Apple SD Gothic Neo"/>
                <a:cs typeface="Apple SD Gothic Neo"/>
              </a:defRPr>
            </a:lvl6pPr>
            <a:lvl7pPr>
              <a:defRPr sz="2550" b="1">
                <a:solidFill>
                  <a:srgbClr val="000926"/>
                </a:solidFill>
                <a:latin typeface="Apple SD Gothic Neo"/>
                <a:ea typeface="Apple SD Gothic Neo"/>
                <a:cs typeface="Apple SD Gothic Neo"/>
              </a:defRPr>
            </a:lvl7pPr>
            <a:lvl8pPr>
              <a:defRPr sz="2550" b="1">
                <a:solidFill>
                  <a:srgbClr val="000926"/>
                </a:solidFill>
                <a:latin typeface="Apple SD Gothic Neo"/>
                <a:ea typeface="Apple SD Gothic Neo"/>
                <a:cs typeface="Apple SD Gothic Neo"/>
              </a:defRPr>
            </a:lvl8pPr>
            <a:lvl9pPr>
              <a:defRPr sz="2550" b="1">
                <a:solidFill>
                  <a:srgbClr val="000926"/>
                </a:solidFill>
                <a:latin typeface="Apple SD Gothic Neo"/>
                <a:ea typeface="Apple SD Gothic Neo"/>
                <a:cs typeface="Apple SD Gothic Neo"/>
              </a:defRPr>
            </a:lvl9pPr>
          </a:lstStyle>
          <a:p xmlns:a="http://schemas.openxmlformats.org/drawingml/2006/main">
            <a:pPr>
              <a:defRPr sz="2550" b="1">
                <a:solidFill>
                  <a:srgbClr val="000926"/>
                </a:solidFill>
                <a:latin typeface="Apple SD Gothic Neo"/>
                <a:ea typeface="Apple SD Gothic Neo"/>
                <a:cs typeface="Apple SD Gothic Neo"/>
              </a:defRPr>
            </a:pPr>
            <a:r>
              <a:rPr sz="25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defRPr sz="2550" b="1">
                <a:solidFill>
                  <a:srgbClr val="000926"/>
                </a:solidFill>
                <a:latin typeface="Apple SD Gothic Neo"/>
                <a:ea typeface="Apple SD Gothic Neo"/>
                <a:cs typeface="Apple SD Gothic Neo"/>
              </a:defRPr>
            </a:pPr>
            <a:r>
              <a:rPr sz="25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455295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defRPr sz="2175" b="0">
                <a:solidFill>
                  <a:srgbClr val="172B45"/>
                </a:solidFill>
                <a:latin typeface="Apple SD Gothic Neo"/>
                <a:ea typeface="Apple SD Gothic Neo"/>
                <a:cs typeface="Apple SD Gothic Neo"/>
              </a:defRPr>
            </a:lvl1pPr>
            <a:lvl2pPr>
              <a:defRPr sz="2175" b="0">
                <a:solidFill>
                  <a:srgbClr val="172B45"/>
                </a:solidFill>
                <a:latin typeface="Apple SD Gothic Neo"/>
                <a:ea typeface="Apple SD Gothic Neo"/>
                <a:cs typeface="Apple SD Gothic Neo"/>
              </a:defRPr>
            </a:lvl2pPr>
            <a:lvl3pPr>
              <a:defRPr sz="2175" b="0">
                <a:solidFill>
                  <a:srgbClr val="172B45"/>
                </a:solidFill>
                <a:latin typeface="Apple SD Gothic Neo"/>
                <a:ea typeface="Apple SD Gothic Neo"/>
                <a:cs typeface="Apple SD Gothic Neo"/>
              </a:defRPr>
            </a:lvl3pPr>
            <a:lvl4pPr>
              <a:defRPr sz="2175" b="0">
                <a:solidFill>
                  <a:srgbClr val="172B45"/>
                </a:solidFill>
                <a:latin typeface="Apple SD Gothic Neo"/>
                <a:ea typeface="Apple SD Gothic Neo"/>
                <a:cs typeface="Apple SD Gothic Neo"/>
              </a:defRPr>
            </a:lvl4pPr>
            <a:lvl5pPr>
              <a:defRPr sz="2175" b="0">
                <a:solidFill>
                  <a:srgbClr val="172B45"/>
                </a:solidFill>
                <a:latin typeface="Apple SD Gothic Neo"/>
                <a:ea typeface="Apple SD Gothic Neo"/>
                <a:cs typeface="Apple SD Gothic Neo"/>
              </a:defRPr>
            </a:lvl5pPr>
            <a:lvl6pPr>
              <a:defRPr sz="2175" b="0">
                <a:solidFill>
                  <a:srgbClr val="172B45"/>
                </a:solidFill>
                <a:latin typeface="Apple SD Gothic Neo"/>
                <a:ea typeface="Apple SD Gothic Neo"/>
                <a:cs typeface="Apple SD Gothic Neo"/>
              </a:defRPr>
            </a:lvl6pPr>
            <a:lvl7pPr>
              <a:defRPr sz="2175" b="0">
                <a:solidFill>
                  <a:srgbClr val="172B45"/>
                </a:solidFill>
                <a:latin typeface="Apple SD Gothic Neo"/>
                <a:ea typeface="Apple SD Gothic Neo"/>
                <a:cs typeface="Apple SD Gothic Neo"/>
              </a:defRPr>
            </a:lvl7pPr>
            <a:lvl8pPr>
              <a:defRPr sz="2175" b="0">
                <a:solidFill>
                  <a:srgbClr val="172B45"/>
                </a:solidFill>
                <a:latin typeface="Apple SD Gothic Neo"/>
                <a:ea typeface="Apple SD Gothic Neo"/>
                <a:cs typeface="Apple SD Gothic Neo"/>
              </a:defRPr>
            </a:lvl8pPr>
            <a:lvl9pPr>
              <a:defRPr sz="2175" b="0">
                <a:solidFill>
                  <a:srgbClr val="172B45"/>
                </a:solidFill>
                <a:latin typeface="Apple SD Gothic Neo"/>
                <a:ea typeface="Apple SD Gothic Neo"/>
                <a:cs typeface="Apple SD Gothic Neo"/>
              </a:defRPr>
            </a:lvl9pPr>
          </a:lstStyle>
          <a:p xmlns:a="http://schemas.openxmlformats.org/drawingml/2006/main">
            <a:pPr>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5245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26A84"/>
                </a:solidFill>
                <a:latin typeface="Apple SD Gothic Neo"/>
                <a:ea typeface="Apple SD Gothic Neo"/>
                <a:cs typeface="Apple SD Gothic Neo"/>
              </a:defRPr>
            </a:defPPr>
            <a:lvl1pPr>
              <a:defRPr sz="2025" b="0">
                <a:solidFill>
                  <a:srgbClr val="526A84"/>
                </a:solidFill>
                <a:latin typeface="Apple SD Gothic Neo"/>
                <a:ea typeface="Apple SD Gothic Neo"/>
                <a:cs typeface="Apple SD Gothic Neo"/>
              </a:defRPr>
            </a:lvl1pPr>
            <a:lvl2pPr>
              <a:defRPr sz="2025" b="0">
                <a:solidFill>
                  <a:srgbClr val="526A84"/>
                </a:solidFill>
                <a:latin typeface="Apple SD Gothic Neo"/>
                <a:ea typeface="Apple SD Gothic Neo"/>
                <a:cs typeface="Apple SD Gothic Neo"/>
              </a:defRPr>
            </a:lvl2pPr>
            <a:lvl3pPr>
              <a:defRPr sz="2025" b="0">
                <a:solidFill>
                  <a:srgbClr val="526A84"/>
                </a:solidFill>
                <a:latin typeface="Apple SD Gothic Neo"/>
                <a:ea typeface="Apple SD Gothic Neo"/>
                <a:cs typeface="Apple SD Gothic Neo"/>
              </a:defRPr>
            </a:lvl3pPr>
            <a:lvl4pPr>
              <a:defRPr sz="2025" b="0">
                <a:solidFill>
                  <a:srgbClr val="526A84"/>
                </a:solidFill>
                <a:latin typeface="Apple SD Gothic Neo"/>
                <a:ea typeface="Apple SD Gothic Neo"/>
                <a:cs typeface="Apple SD Gothic Neo"/>
              </a:defRPr>
            </a:lvl4pPr>
            <a:lvl5pPr>
              <a:defRPr sz="2025" b="0">
                <a:solidFill>
                  <a:srgbClr val="526A84"/>
                </a:solidFill>
                <a:latin typeface="Apple SD Gothic Neo"/>
                <a:ea typeface="Apple SD Gothic Neo"/>
                <a:cs typeface="Apple SD Gothic Neo"/>
              </a:defRPr>
            </a:lvl5pPr>
            <a:lvl6pPr>
              <a:defRPr sz="2025" b="0">
                <a:solidFill>
                  <a:srgbClr val="526A84"/>
                </a:solidFill>
                <a:latin typeface="Apple SD Gothic Neo"/>
                <a:ea typeface="Apple SD Gothic Neo"/>
                <a:cs typeface="Apple SD Gothic Neo"/>
              </a:defRPr>
            </a:lvl6pPr>
            <a:lvl7pPr>
              <a:defRPr sz="2025" b="0">
                <a:solidFill>
                  <a:srgbClr val="526A84"/>
                </a:solidFill>
                <a:latin typeface="Apple SD Gothic Neo"/>
                <a:ea typeface="Apple SD Gothic Neo"/>
                <a:cs typeface="Apple SD Gothic Neo"/>
              </a:defRPr>
            </a:lvl7pPr>
            <a:lvl8pPr>
              <a:defRPr sz="2025" b="0">
                <a:solidFill>
                  <a:srgbClr val="526A84"/>
                </a:solidFill>
                <a:latin typeface="Apple SD Gothic Neo"/>
                <a:ea typeface="Apple SD Gothic Neo"/>
                <a:cs typeface="Apple SD Gothic Neo"/>
              </a:defRPr>
            </a:lvl8pPr>
            <a:lvl9pPr>
              <a:defRPr sz="2025" b="0">
                <a:solidFill>
                  <a:srgbClr val="526A84"/>
                </a:solidFill>
                <a:latin typeface="Apple SD Gothic Neo"/>
                <a:ea typeface="Apple SD Gothic Neo"/>
                <a:cs typeface="Apple SD Gothic Neo"/>
              </a:defRPr>
            </a:lvl9pPr>
          </a:lstStyle>
          <a:p xmlns:a="http://schemas.openxmlformats.org/drawingml/2006/main">
            <a:pPr>
              <a:defRPr sz="2025" b="0">
                <a:solidFill>
                  <a:srgbClr val="526A84"/>
                </a:solidFill>
                <a:latin typeface="Apple SD Gothic Neo"/>
                <a:ea typeface="Apple SD Gothic Neo"/>
                <a:cs typeface="Apple SD Gothic Neo"/>
              </a:defRPr>
            </a:pPr>
            <a:r>
              <a:rPr sz="2025" b="0">
                <a:solidFill>
                  <a:srgbClr val="526A84"/>
                </a:solidFill>
                <a:latin typeface="Apple SD Gothic Neo"/>
                <a:ea typeface="Apple SD Gothic Neo"/>
                <a:cs typeface="Apple SD Gothic Neo"/>
              </a:rPr>
              <a:t>지적 0건도 정확성 보증은 아님. 원문 근거와 함께 최종 판단.</a:t>
            </a:r>
          </a:p>
        </p:txBody>
      </p:sp>
    </p:spTree>
    <p:extLst>
      <p:ext uri="{BB962C8B-B14F-4D97-AF65-F5344CB8AC3E}">
        <p14:creationId xmlns:p14="http://schemas.microsoft.com/office/powerpoint/2010/main" val="1966249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2026-10-21T07:28:13.3730000Z</dcterms:created>
  <dcterms:modified xsi:type="dcterms:W3CDTF">2026-10-21T07:28:13.3730000Z</dcterms:modified>
</coreProperties>
</file>