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2a18b179ab4f99" /><Relationship Type="http://schemas.openxmlformats.org/officeDocument/2006/relationships/extended-properties" Target="/docProps/app.xml" Id="R09743a428fd44df1" /><Relationship Type="http://schemas.openxmlformats.org/officeDocument/2006/relationships/officeDocument" Target="/ppt/presentation.xml" Id="R7b79b802f41b4576" /></Relationships>
</file>

<file path=ppt/presentation.xml><?xml version="1.0" encoding="utf-8"?>
<p:presentation xmlns:p="http://schemas.openxmlformats.org/presentationml/2006/main">
  <p:sldMasterIdLst>
    <p:sldMasterId xmlns:r="http://schemas.openxmlformats.org/officeDocument/2006/relationships" id="2147483648" r:id="R78c7ffb84b0e4d06"/>
  </p:sldMasterIdLst>
  <p:notesMasterIdLst>
    <p:notesMasterId xmlns:r="http://schemas.openxmlformats.org/officeDocument/2006/relationships" r:id="Rb0dcfafd3a334e74"/>
  </p:notesMasterIdLst>
  <p:sldIdLst>
    <p:sldId xmlns:r="http://schemas.openxmlformats.org/officeDocument/2006/relationships" id="256" r:id="Rf1e991c5b8454185"/>
    <p:sldId xmlns:r="http://schemas.openxmlformats.org/officeDocument/2006/relationships" id="257" r:id="R9388c2e67baf47bc"/>
    <p:sldId xmlns:r="http://schemas.openxmlformats.org/officeDocument/2006/relationships" id="258" r:id="R15726084f4364893"/>
    <p:sldId xmlns:r="http://schemas.openxmlformats.org/officeDocument/2006/relationships" id="259" r:id="R8c5ae7496b024484"/>
    <p:sldId xmlns:r="http://schemas.openxmlformats.org/officeDocument/2006/relationships" id="260" r:id="R947d463cf9774717"/>
    <p:sldId xmlns:r="http://schemas.openxmlformats.org/officeDocument/2006/relationships" id="261" r:id="R53f9594a26ac44a3"/>
    <p:sldId xmlns:r="http://schemas.openxmlformats.org/officeDocument/2006/relationships" id="262" r:id="R49ce687d1c494a2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87e9697659e4f3b" /><Relationship Type="http://schemas.openxmlformats.org/officeDocument/2006/relationships/slideMaster" Target="/ppt/slideMasters/slideMaster1.xml" Id="R78c7ffb84b0e4d06" /><Relationship Type="http://schemas.openxmlformats.org/officeDocument/2006/relationships/notesMaster" Target="/ppt/notesMasters/notesMaster1.xml" Id="Rb0dcfafd3a334e74" /><Relationship Type="http://schemas.openxmlformats.org/officeDocument/2006/relationships/presProps" Target="/ppt/presProps.xml" Id="R3d6c5becbb4c44d8" /><Relationship Type="http://schemas.openxmlformats.org/officeDocument/2006/relationships/tableStyles" Target="/ppt/tableStyles.xml" Id="Rabb76ba2671c476d" /><Relationship Type="http://schemas.openxmlformats.org/officeDocument/2006/relationships/slide" Target="/ppt/slides/slide1.xml" Id="Rf1e991c5b8454185" /><Relationship Type="http://schemas.openxmlformats.org/officeDocument/2006/relationships/slide" Target="/ppt/slides/slide2.xml" Id="R9388c2e67baf47bc" /><Relationship Type="http://schemas.openxmlformats.org/officeDocument/2006/relationships/slide" Target="/ppt/slides/slide3.xml" Id="R15726084f4364893" /><Relationship Type="http://schemas.openxmlformats.org/officeDocument/2006/relationships/slide" Target="/ppt/slides/slide4.xml" Id="R8c5ae7496b024484" /><Relationship Type="http://schemas.openxmlformats.org/officeDocument/2006/relationships/slide" Target="/ppt/slides/slide5.xml" Id="R947d463cf9774717" /><Relationship Type="http://schemas.openxmlformats.org/officeDocument/2006/relationships/slide" Target="/ppt/slides/slide6.xml" Id="R53f9594a26ac44a3" /><Relationship Type="http://schemas.openxmlformats.org/officeDocument/2006/relationships/slide" Target="/ppt/slides/slide7.xml" Id="R49ce687d1c494a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2462ebe3e14d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a97fd16a71a4131" /><Relationship Type="http://schemas.openxmlformats.org/officeDocument/2006/relationships/notesMaster" Target="/ppt/notesMasters/notesMaster1.xml" Id="R2066b9c6ad794cce" /></Relationships>
</file>

<file path=ppt/notesSlides/_rels/notesSlide2.xml.rels>&#65279;<?xml version="1.0" encoding="utf-8"?><Relationships xmlns="http://schemas.openxmlformats.org/package/2006/relationships"><Relationship Type="http://schemas.openxmlformats.org/officeDocument/2006/relationships/slide" Target="/ppt/slides/slide2.xml" Id="R524c5895cd17484e" /><Relationship Type="http://schemas.openxmlformats.org/officeDocument/2006/relationships/notesMaster" Target="/ppt/notesMasters/notesMaster1.xml" Id="Re0007dfe5afd4f21" /></Relationships>
</file>

<file path=ppt/notesSlides/_rels/notesSlide3.xml.rels>&#65279;<?xml version="1.0" encoding="utf-8"?><Relationships xmlns="http://schemas.openxmlformats.org/package/2006/relationships"><Relationship Type="http://schemas.openxmlformats.org/officeDocument/2006/relationships/slide" Target="/ppt/slides/slide3.xml" Id="Rbe3010eb6de946d8" /><Relationship Type="http://schemas.openxmlformats.org/officeDocument/2006/relationships/notesMaster" Target="/ppt/notesMasters/notesMaster1.xml" Id="R22ea13d543ff4c6a"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fd199083d94852" /><Relationship Type="http://schemas.openxmlformats.org/officeDocument/2006/relationships/notesMaster" Target="/ppt/notesMasters/notesMaster1.xml" Id="R25ec244df1a343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17a1ac6180a14895" /><Relationship Type="http://schemas.openxmlformats.org/officeDocument/2006/relationships/notesMaster" Target="/ppt/notesMasters/notesMaster1.xml" Id="R21335b3b62a446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cc93abe8aa1c45e0" /><Relationship Type="http://schemas.openxmlformats.org/officeDocument/2006/relationships/notesMaster" Target="/ppt/notesMasters/notesMaster1.xml" Id="R62bc7031f889491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82e52813a444957" /><Relationship Type="http://schemas.openxmlformats.org/officeDocument/2006/relationships/notesMaster" Target="/ppt/notesMasters/notesMaster1.xml" Id="R262e4c12b441453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 20초]</a:t>
            </a:r>
          </a:p>
          <a:p xmlns:a="http://schemas.openxmlformats.org/drawingml/2006/main">
            <a:r>
              <a:t>안녕하세요. SKALA 4기 광주캠퍼스 G074 김지민입니다. 과제 2로 세계관 창작과 설정 검토를 돕는 웹 서비스, 설정공방 LoreForge를 만들었습니다. 아이디어를 이야기로 확장하고, 충돌이 의심되는 부분은 원문 근거로 확인하는 서비스입니다.</a:t>
            </a:r>
          </a:p>
          <a:p xmlns:a="http://schemas.openxmlformats.org/drawingml/2006/main">
            <a:r>
              <a:t/>
            </a:r>
          </a:p>
          <a:p xmlns:a="http://schemas.openxmlformats.org/drawingml/2006/main">
            <a:r>
              <a:t>코드·자료 근거: README.md의 주제·목표.</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[00:20–01:05 / 45초]</a:t>
            </a:r>
          </a:p>
          <a:p xmlns:a="http://schemas.openxmlformats.org/drawingml/2006/main">
            <a:r>
              <a:t>이야기를 만들다 보면 인물과 사건이 늘어나면서, 앞의 설정과 뒤의 장면이 충돌하는지 확인하기 어려워집니다. 이를 세 가지 태스크로 나눴습니다. 첫째, 키워드와 유지 조건으로 초안을 만들고 검토합니다. 둘째, 이미 있는 원고는 다시 쓰지 않고 문제 위치와 이유부터 보여줍니다. 셋째, 관계도에서 연결과 근거를 확인하고, 채택한 최종본을 기준으로 이어씁니다. 생성과 검토를 별도 탭으로 나눈 이유도, 긴 글 전체를 매번 다시 읽는 부담을 줄이기 위해서입니다.</a:t>
            </a:r>
          </a:p>
          <a:p xmlns:a="http://schemas.openxmlformats.org/drawingml/2006/main">
            <a:r>
              <a:t/>
            </a:r>
          </a:p>
          <a:p xmlns:a="http://schemas.openxmlformats.org/drawingml/2006/main">
            <a:r>
              <a:t>코드·자료 근거: README.md 주요 task 및 사용 흐름, backend/workflow.py.</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[01:05–02:00 / 55초]</a:t>
            </a:r>
          </a:p>
          <a:p xmlns:a="http://schemas.openxmlformats.org/drawingml/2006/main">
            <a:r>
              <a:t>오른쪽은 공개 가상 원고를 실제 API로 검토한 저장 결과입니다. 하나뿐인 열쇠를 두 사람이 같은 시각, 서로 다른 장소에서 가지고 있다는 내용을 내부 모순으로 지적하고, 원문 두 문단을 연결했습니다. 키워드 생성과 한 번의 수정, 채택 후 이어쓰기까지도 실제 흐름을 확인했습니다. 최근에는 정상 예외 여섯 건과 실제 문제 네 건을 묶은 회귀 검사를 모두 통과했습니다. 자동 검사는 Python 105개와 프런트엔드 17개, 타입 검사와 빌드까지 통과했습니다. 다만 이 수치가 모든 원고의 정확성을 보장하는 것은 아닙니다. 이제 이를 제어하는 코드를 설명하겠습니다.</a:t>
            </a:r>
          </a:p>
          <a:p xmlns:a="http://schemas.openxmlformats.org/drawingml/2006/main">
            <a:r>
              <a:t/>
            </a:r>
          </a:p>
          <a:p xmlns:a="http://schemas.openxmlformats.org/drawingml/2006/main">
            <a:r>
              <a:t>코드·자료 근거: docs/images/review-findings.jpg 및 README.md. 화면은 2026-10-20 v5의 저장 결과, 회귀 10건은 2026-10-21 v8 검증으로 별개다. docs/RESULTS.md.</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[02:00–03:00 / 60초]</a:t>
            </a:r>
          </a:p>
          <a:p xmlns:a="http://schemas.openxmlformats.org/drawingml/2006/main">
            <a:r>
              <a:t>설정 분석은 그래프 전에 수행하고, 분석 결과와 사용자 조건을 실행 상태에 넣습니다. LangGraph에는 생성, 검토, 수정, 종료 노드를 등록했습니다. 생성 모드는 초안 생성부터, 원문 검토 모드는 검토 노드부터 시작합니다. 오른쪽 조건부 연결의 route 함수가 핵심입니다. 생성 모드이고, 아직 수정본이 없으며, 의도 확인 질문이 아닌 미해결 문제가 있을 때만 수정으로 갑니다. 수정본은 다시 검토하지만 두 번째 수정은 하지 않습니다. 문제가 남으면 확인 필요 상태로 종료합니다. 역할별 프롬프트를 나눈 순차 구조이고, 자율 토론 구조는 아닙니다. 분석을 포함해 정상 최대 다섯 번, 재시도까지 최대 여섯 번으로 제한했습니다.</a:t>
            </a:r>
          </a:p>
          <a:p xmlns:a="http://schemas.openxmlformats.org/drawingml/2006/main">
            <a:r>
              <a:t/>
            </a:r>
          </a:p>
          <a:p xmlns:a="http://schemas.openxmlformats.org/drawingml/2006/main">
            <a:r>
              <a:t>코드·자료 근거: backend/workflow.py:37–96, route 71–76; backend/provider.py:158–186. 코드 일부 발췌·줄바꿈. 분석은 backend/main.py의 analyze API.</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[03:00–03:45 / 45초]</a:t>
            </a:r>
          </a:p>
          <a:p xmlns:a="http://schemas.openxmlformats.org/drawingml/2006/main">
            <a:r>
              <a:t>MCP는 모델이 임의로 도구를 고르는 방식이 아니라, 워크플로가 기준 문단을 재조회하는 데 사용했습니다. 클라이언트에서 stdio 연결을 열고 세션을 초기화한 뒤 get_passages를 호출합니다. 서버는 SQLite를 읽기 전용으로 열고, 실행 당시 기준 버전과 문단 ID를 확인합니다. 기준에 없는 문단이면 오류를 반환합니다. 워크플로에서도 조회한 문단과 저장된 스냅샷이 같은지 대조합니다. 이 과정은 근거 위치와 원문의 일치를 확인하는 장치이며, 모델의 해석까지 옳다고 보장하지는 않습니다.</a:t>
            </a:r>
          </a:p>
          <a:p xmlns:a="http://schemas.openxmlformats.org/drawingml/2006/main">
            <a:r>
              <a:t/>
            </a:r>
          </a:p>
          <a:p xmlns:a="http://schemas.openxmlformats.org/drawingml/2006/main">
            <a:r>
              <a:t>코드·자료 근거: backend/mcp_client.py:7–19, backend/mcp_server.py:10–26, backend/workflow.py:23–35. 코드 발췌·줄바꿈.</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[03:45–04:20 / 35초]</a:t>
            </a:r>
          </a:p>
          <a:p xmlns:a="http://schemas.openxmlformats.org/drawingml/2006/main">
            <a:r>
              <a:t>RAG는 이번 MVP에 구현하지 않았습니다. 현재는 입력, 조건, 채택한 설정 등을 합친 기준을 이만 자 이내로 제한하고 전체를 전달합니다. MCP도 벡터 검색이 아니라 지정한 문단을 재조회합니다. 짧은 설정에서는 다른 곳의 예외까지 함께 확인하는 것이 중요하다고 봤습니다. 긴 원고를 지원할 때는 검색을 추가하되, 관련 문장만 가져오면서 예외를 놓치지 않는지 함께 평가할 계획입니다.</a:t>
            </a:r>
          </a:p>
          <a:p xmlns:a="http://schemas.openxmlformats.org/drawingml/2006/main">
            <a:r>
              <a:t/>
            </a:r>
          </a:p>
          <a:p xmlns:a="http://schemas.openxmlformats.org/drawingml/2006/main">
            <a:r>
              <a:t>코드·자료 근거: backend/main.py:234–245, backend/workflow.py:23–32, README.md RAG 적용 범위. context 객체는 실제 코드의 줄바꿈 발췌이며 검색 코드는 아직 없다.</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[04:20–04:45 / 25초]</a:t>
            </a:r>
          </a:p>
          <a:p xmlns:a="http://schemas.openxmlformats.org/drawingml/2006/main">
            <a:r>
              <a:t>마지막으로 일반 후보 목록과 특정 회차의 예외를 모순으로 잡는 오탐을 보완했습니다. 비교 전에 회차와 시점, 조건, 확정 여부를 구분하도록 했고, 실제 위반 사례도 함께 검사했습니다. 최종 판단은 창작자에게 남깁니다. 저는 요구사항과 결과를 판단하고, AI 코딩 에이전트의 구현·검증 지원을 받았습니다. 감사합니다.</a:t>
            </a:r>
          </a:p>
          <a:p xmlns:a="http://schemas.openxmlformats.org/drawingml/2006/main">
            <a:r>
              <a:t/>
            </a:r>
          </a:p>
          <a:p xmlns:a="http://schemas.openxmlformats.org/drawingml/2006/main">
            <a:r>
              <a:t>코드·자료 근거: backend/provider.py:9–26, fixtures/review_counterevidence.json, docs/RESULTS.md. 화면 문장은 지침의 일부 발췌·줄바꿈.</a:t>
            </a:r>
          </a:p>
          <a:p xmlns:a="http://schemas.openxmlformats.org/drawingml/2006/main">
            <a:r>
              <a:t>검증 기준 코드: a3086ff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7a9b93529994ea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6c77b92e2494ce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f2dbba6c94e45e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7d614a0f51470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5c029db75c7443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601b533c6ff448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52D552-FCD9-4080-876F-0DCA23B255E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81A0C93-00D9-425D-807A-C9EE34E723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4AB886B-AB09-47E0-A3CD-3D44059F5AA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05C400-F8D3-4CA9-B522-F2A3760B3A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9C2344A-29EF-4EEF-9EAB-A00A8024FE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22983D-90AB-43A2-A705-C9C77F221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6EF457-B695-4E6A-8BB8-C2ED57EDE4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92ED59D-471A-4F85-9063-72E6E003D6D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90BE44-3945-48CE-BB64-8FDCD2C08F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A34DAA-26B4-4A80-BCD1-BAAEC23F453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6690d1643d48ae" /><Relationship Type="http://schemas.openxmlformats.org/officeDocument/2006/relationships/slideLayout" Target="/ppt/slideLayouts/slideLayout1.xml" Id="Rd558ae48c168499c" /><Relationship Type="http://schemas.openxmlformats.org/officeDocument/2006/relationships/slideLayout" Target="/ppt/slideLayouts/slideLayout2.xml" Id="Rf98b8dd72b5b4f32" /><Relationship Type="http://schemas.openxmlformats.org/officeDocument/2006/relationships/slideLayout" Target="/ppt/slideLayouts/slideLayout3.xml" Id="R011dd2ef68404079" /><Relationship Type="http://schemas.openxmlformats.org/officeDocument/2006/relationships/slideLayout" Target="/ppt/slideLayouts/slideLayout4.xml" Id="R5c458ced23144de7" /><Relationship Type="http://schemas.openxmlformats.org/officeDocument/2006/relationships/slideLayout" Target="/ppt/slideLayouts/slideLayout5.xml" Id="R7164485c769a49e0" /><Relationship Type="http://schemas.openxmlformats.org/officeDocument/2006/relationships/slideLayout" Target="/ppt/slideLayouts/slideLayout6.xml" Id="R9fd1a591633e462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558ae48c168499c"/>
    <p:sldLayoutId xmlns:r="http://schemas.openxmlformats.org/officeDocument/2006/relationships" id="2147483650" r:id="Rf98b8dd72b5b4f32"/>
    <p:sldLayoutId xmlns:r="http://schemas.openxmlformats.org/officeDocument/2006/relationships" id="2147483651" r:id="R011dd2ef68404079"/>
    <p:sldLayoutId xmlns:r="http://schemas.openxmlformats.org/officeDocument/2006/relationships" id="2147483652" r:id="R5c458ced23144de7"/>
    <p:sldLayoutId xmlns:r="http://schemas.openxmlformats.org/officeDocument/2006/relationships" id="2147483653" r:id="R7164485c769a49e0"/>
    <p:sldLayoutId xmlns:r="http://schemas.openxmlformats.org/officeDocument/2006/relationships" id="2147483654" r:id="R9fd1a591633e462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a9e624351dc481e" /><Relationship Type="http://schemas.openxmlformats.org/officeDocument/2006/relationships/notesSlide" Target="/ppt/notesSlides/notesSlide1.xml" Id="Rc1ee91a964124f8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f06468308bd4fd0" /><Relationship Type="http://schemas.openxmlformats.org/officeDocument/2006/relationships/notesSlide" Target="/ppt/notesSlides/notesSlide2.xml" Id="R76043b33974444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a8910a0da42c6" /><Relationship Type="http://schemas.openxmlformats.org/officeDocument/2006/relationships/image" Target="/ppt/media/image.jpeg" Id="R88ec5710520948ec" /><Relationship Type="http://schemas.openxmlformats.org/officeDocument/2006/relationships/notesSlide" Target="/ppt/notesSlides/notesSlide3.xml" Id="Rdd5929fdd50f4b1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adad52f067c458d" /><Relationship Type="http://schemas.openxmlformats.org/officeDocument/2006/relationships/notesSlide" Target="/ppt/notesSlides/notesSlide4.xml" Id="R845408982b8c43b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aa99b40c44a4b1c" /><Relationship Type="http://schemas.openxmlformats.org/officeDocument/2006/relationships/notesSlide" Target="/ppt/notesSlides/notesSlide5.xml" Id="R6a8e432d27274b4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19bad89cf444992" /><Relationship Type="http://schemas.openxmlformats.org/officeDocument/2006/relationships/notesSlide" Target="/ppt/notesSlides/notesSlide6.xml" Id="Ra41b840e33a648c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14e417fda6d4672" /><Relationship Type="http://schemas.openxmlformats.org/officeDocument/2006/relationships/notesSlide" Target="/ppt/notesSlides/notesSlide7.xml" Id="Ra794b69a2fe94eb4" /></Relationships>
</file>

<file path=ppt/slides/slide1.xml><?xml version="1.0" encoding="utf-8"?>
<p:sld xmlns:p="http://schemas.openxmlformats.org/presentationml/2006/main">
  <p:cSld>
    <p:bg>
      <p:bgPr>
        <a:solidFill xmlns:a="http://schemas.openxmlformats.org/drawingml/2006/main">
          <a:srgbClr val="00092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E535DE-2F6B-4652-B10C-035515BC540B}"/>
              </a:ext>
            </a:extLst>
          </p:cNvPr>
          <p:cNvSpPr>
            <a:spLocks xmlns:a="http://schemas.openxmlformats.org/drawingml/2006/main" noGrp="1"/>
          </p:cNvSpPr>
          <p:nvPr/>
        </p:nvSpPr>
        <p:spPr>
          <a:xfrm xmlns:a="http://schemas.openxmlformats.org/drawingml/2006/main">
            <a:off x="723900" y="111442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750" b="0">
                <a:solidFill>
                  <a:srgbClr val="D6E6F3"/>
                </a:solidFill>
                <a:latin typeface="Apple SD Gothic Neo"/>
                <a:ea typeface="Apple SD Gothic Neo"/>
                <a:cs typeface="Apple SD Gothic Neo"/>
              </a:defRPr>
            </a:defPPr>
            <a:lvl1pPr>
              <a:buNone/>
              <a:defRPr sz="3750" b="0">
                <a:solidFill>
                  <a:srgbClr val="D6E6F3"/>
                </a:solidFill>
                <a:latin typeface="Apple SD Gothic Neo"/>
                <a:ea typeface="Apple SD Gothic Neo"/>
                <a:cs typeface="Apple SD Gothic Neo"/>
              </a:defRPr>
            </a:lvl1pPr>
            <a:lvl2pPr>
              <a:buNone/>
              <a:defRPr sz="3750" b="0">
                <a:solidFill>
                  <a:srgbClr val="D6E6F3"/>
                </a:solidFill>
                <a:latin typeface="Apple SD Gothic Neo"/>
                <a:ea typeface="Apple SD Gothic Neo"/>
                <a:cs typeface="Apple SD Gothic Neo"/>
              </a:defRPr>
            </a:lvl2pPr>
            <a:lvl3pPr>
              <a:buNone/>
              <a:defRPr sz="3750" b="0">
                <a:solidFill>
                  <a:srgbClr val="D6E6F3"/>
                </a:solidFill>
                <a:latin typeface="Apple SD Gothic Neo"/>
                <a:ea typeface="Apple SD Gothic Neo"/>
                <a:cs typeface="Apple SD Gothic Neo"/>
              </a:defRPr>
            </a:lvl3pPr>
            <a:lvl4pPr>
              <a:buNone/>
              <a:defRPr sz="3750" b="0">
                <a:solidFill>
                  <a:srgbClr val="D6E6F3"/>
                </a:solidFill>
                <a:latin typeface="Apple SD Gothic Neo"/>
                <a:ea typeface="Apple SD Gothic Neo"/>
                <a:cs typeface="Apple SD Gothic Neo"/>
              </a:defRPr>
            </a:lvl4pPr>
            <a:lvl5pPr>
              <a:buNone/>
              <a:defRPr sz="3750" b="0">
                <a:solidFill>
                  <a:srgbClr val="D6E6F3"/>
                </a:solidFill>
                <a:latin typeface="Apple SD Gothic Neo"/>
                <a:ea typeface="Apple SD Gothic Neo"/>
                <a:cs typeface="Apple SD Gothic Neo"/>
              </a:defRPr>
            </a:lvl5pPr>
            <a:lvl6pPr>
              <a:buNone/>
              <a:defRPr sz="3750" b="0">
                <a:solidFill>
                  <a:srgbClr val="D6E6F3"/>
                </a:solidFill>
                <a:latin typeface="Apple SD Gothic Neo"/>
                <a:ea typeface="Apple SD Gothic Neo"/>
                <a:cs typeface="Apple SD Gothic Neo"/>
              </a:defRPr>
            </a:lvl6pPr>
            <a:lvl7pPr>
              <a:buNone/>
              <a:defRPr sz="3750" b="0">
                <a:solidFill>
                  <a:srgbClr val="D6E6F3"/>
                </a:solidFill>
                <a:latin typeface="Apple SD Gothic Neo"/>
                <a:ea typeface="Apple SD Gothic Neo"/>
                <a:cs typeface="Apple SD Gothic Neo"/>
              </a:defRPr>
            </a:lvl7pPr>
            <a:lvl8pPr>
              <a:buNone/>
              <a:defRPr sz="3750" b="0">
                <a:solidFill>
                  <a:srgbClr val="D6E6F3"/>
                </a:solidFill>
                <a:latin typeface="Apple SD Gothic Neo"/>
                <a:ea typeface="Apple SD Gothic Neo"/>
                <a:cs typeface="Apple SD Gothic Neo"/>
              </a:defRPr>
            </a:lvl8pPr>
            <a:lvl9pPr>
              <a:buNone/>
              <a:defRPr sz="3750" b="0">
                <a:solidFill>
                  <a:srgbClr val="D6E6F3"/>
                </a:solidFill>
                <a:latin typeface="Apple SD Gothic Neo"/>
                <a:ea typeface="Apple SD Gothic Neo"/>
                <a:cs typeface="Apple SD Gothic Neo"/>
              </a:defRPr>
            </a:lvl9pPr>
          </a:lstStyle>
          <a:p xmlns:a="http://schemas.openxmlformats.org/drawingml/2006/main">
            <a:pPr>
              <a:buNone/>
              <a:defRPr sz="3750" b="0">
                <a:solidFill>
                  <a:srgbClr val="D6E6F3"/>
                </a:solidFill>
                <a:latin typeface="Apple SD Gothic Neo"/>
                <a:ea typeface="Apple SD Gothic Neo"/>
                <a:cs typeface="Apple SD Gothic Neo"/>
              </a:defRPr>
            </a:pPr>
            <a:r>
              <a:rPr sz="3750" b="0">
                <a:solidFill>
                  <a:srgbClr val="D6E6F3"/>
                </a:solidFill>
                <a:latin typeface="Apple SD Gothic Neo"/>
                <a:ea typeface="Apple SD Gothic Neo"/>
                <a:cs typeface="Apple SD Gothic Neo"/>
              </a:rPr>
              <a:t>설정공방</a:t>
            </a:r>
          </a:p>
        </p:txBody>
      </p:sp>
      <p:sp>
        <p:nvSpPr>
          <p:cNvPr id="2" name="">
            <a:extLst xmlns:a="http://schemas.openxmlformats.org/drawingml/2006/main">
              <a:ext uri="{FF2B5EF4-FFF2-40B4-BE49-F238E27FC236}">
                <a16:creationId xmlns:a16="http://schemas.microsoft.com/office/drawing/2014/main" id="{0F924871-56D2-4A19-AF45-504ABD7366B4}"/>
              </a:ext>
            </a:extLst>
          </p:cNvPr>
          <p:cNvSpPr>
            <a:spLocks xmlns:a="http://schemas.openxmlformats.org/drawingml/2006/main" noGrp="1"/>
          </p:cNvSpPr>
          <p:nvPr/>
        </p:nvSpPr>
        <p:spPr>
          <a:xfrm xmlns:a="http://schemas.openxmlformats.org/drawingml/2006/main">
            <a:off x="685800" y="1924050"/>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750" b="1">
                <a:solidFill>
                  <a:srgbClr val="FFFFFF"/>
                </a:solidFill>
                <a:latin typeface="Apple SD Gothic Neo"/>
                <a:ea typeface="Apple SD Gothic Neo"/>
                <a:cs typeface="Apple SD Gothic Neo"/>
              </a:defRPr>
            </a:defPPr>
            <a:lvl1pPr>
              <a:buNone/>
              <a:defRPr sz="6750" b="1">
                <a:solidFill>
                  <a:srgbClr val="FFFFFF"/>
                </a:solidFill>
                <a:latin typeface="Apple SD Gothic Neo"/>
                <a:ea typeface="Apple SD Gothic Neo"/>
                <a:cs typeface="Apple SD Gothic Neo"/>
              </a:defRPr>
            </a:lvl1pPr>
            <a:lvl2pPr>
              <a:buNone/>
              <a:defRPr sz="6750" b="1">
                <a:solidFill>
                  <a:srgbClr val="FFFFFF"/>
                </a:solidFill>
                <a:latin typeface="Apple SD Gothic Neo"/>
                <a:ea typeface="Apple SD Gothic Neo"/>
                <a:cs typeface="Apple SD Gothic Neo"/>
              </a:defRPr>
            </a:lvl2pPr>
            <a:lvl3pPr>
              <a:buNone/>
              <a:defRPr sz="6750" b="1">
                <a:solidFill>
                  <a:srgbClr val="FFFFFF"/>
                </a:solidFill>
                <a:latin typeface="Apple SD Gothic Neo"/>
                <a:ea typeface="Apple SD Gothic Neo"/>
                <a:cs typeface="Apple SD Gothic Neo"/>
              </a:defRPr>
            </a:lvl3pPr>
            <a:lvl4pPr>
              <a:buNone/>
              <a:defRPr sz="6750" b="1">
                <a:solidFill>
                  <a:srgbClr val="FFFFFF"/>
                </a:solidFill>
                <a:latin typeface="Apple SD Gothic Neo"/>
                <a:ea typeface="Apple SD Gothic Neo"/>
                <a:cs typeface="Apple SD Gothic Neo"/>
              </a:defRPr>
            </a:lvl4pPr>
            <a:lvl5pPr>
              <a:buNone/>
              <a:defRPr sz="6750" b="1">
                <a:solidFill>
                  <a:srgbClr val="FFFFFF"/>
                </a:solidFill>
                <a:latin typeface="Apple SD Gothic Neo"/>
                <a:ea typeface="Apple SD Gothic Neo"/>
                <a:cs typeface="Apple SD Gothic Neo"/>
              </a:defRPr>
            </a:lvl5pPr>
            <a:lvl6pPr>
              <a:buNone/>
              <a:defRPr sz="6750" b="1">
                <a:solidFill>
                  <a:srgbClr val="FFFFFF"/>
                </a:solidFill>
                <a:latin typeface="Apple SD Gothic Neo"/>
                <a:ea typeface="Apple SD Gothic Neo"/>
                <a:cs typeface="Apple SD Gothic Neo"/>
              </a:defRPr>
            </a:lvl6pPr>
            <a:lvl7pPr>
              <a:buNone/>
              <a:defRPr sz="6750" b="1">
                <a:solidFill>
                  <a:srgbClr val="FFFFFF"/>
                </a:solidFill>
                <a:latin typeface="Apple SD Gothic Neo"/>
                <a:ea typeface="Apple SD Gothic Neo"/>
                <a:cs typeface="Apple SD Gothic Neo"/>
              </a:defRPr>
            </a:lvl7pPr>
            <a:lvl8pPr>
              <a:buNone/>
              <a:defRPr sz="6750" b="1">
                <a:solidFill>
                  <a:srgbClr val="FFFFFF"/>
                </a:solidFill>
                <a:latin typeface="Apple SD Gothic Neo"/>
                <a:ea typeface="Apple SD Gothic Neo"/>
                <a:cs typeface="Apple SD Gothic Neo"/>
              </a:defRPr>
            </a:lvl8pPr>
            <a:lvl9pPr>
              <a:buNone/>
              <a:defRPr sz="6750" b="1">
                <a:solidFill>
                  <a:srgbClr val="FFFFFF"/>
                </a:solidFill>
                <a:latin typeface="Apple SD Gothic Neo"/>
                <a:ea typeface="Apple SD Gothic Neo"/>
                <a:cs typeface="Apple SD Gothic Neo"/>
              </a:defRPr>
            </a:lvl9pPr>
          </a:lstStyle>
          <a:p xmlns:a="http://schemas.openxmlformats.org/drawingml/2006/main">
            <a:pPr>
              <a:buNone/>
              <a:defRPr sz="6750" b="1">
                <a:solidFill>
                  <a:srgbClr val="FFFFFF"/>
                </a:solidFill>
                <a:latin typeface="Apple SD Gothic Neo"/>
                <a:ea typeface="Apple SD Gothic Neo"/>
                <a:cs typeface="Apple SD Gothic Neo"/>
              </a:defRPr>
            </a:pPr>
            <a:r>
              <a:rPr sz="6750" b="1">
                <a:solidFill>
                  <a:srgbClr val="FFFFFF"/>
                </a:solidFill>
                <a:latin typeface="Apple SD Gothic Neo"/>
                <a:ea typeface="Apple SD Gothic Neo"/>
                <a:cs typeface="Apple SD Gothic Neo"/>
              </a:rPr>
              <a:t>LoreForge</a:t>
            </a:r>
          </a:p>
        </p:txBody>
      </p:sp>
      <p:sp>
        <p:nvSpPr>
          <p:cNvPr id="3" name="">
            <a:extLst xmlns:a="http://schemas.openxmlformats.org/drawingml/2006/main">
              <a:ext uri="{FF2B5EF4-FFF2-40B4-BE49-F238E27FC236}">
                <a16:creationId xmlns:a16="http://schemas.microsoft.com/office/drawing/2014/main" id="{6307E6DF-D29B-402C-A5D9-274B8E71363F}"/>
              </a:ext>
            </a:extLst>
          </p:cNvPr>
          <p:cNvSpPr>
            <a:spLocks xmlns:a="http://schemas.openxmlformats.org/drawingml/2006/main" noGrp="1"/>
          </p:cNvSpPr>
          <p:nvPr/>
        </p:nvSpPr>
        <p:spPr>
          <a:xfrm xmlns:a="http://schemas.openxmlformats.org/drawingml/2006/main">
            <a:off x="742950" y="33718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A6C5D7"/>
                </a:solidFill>
                <a:latin typeface="Apple SD Gothic Neo"/>
                <a:ea typeface="Apple SD Gothic Neo"/>
                <a:cs typeface="Apple SD Gothic Neo"/>
              </a:defRPr>
            </a:defPPr>
            <a:lvl1pPr>
              <a:buNone/>
              <a:defRPr sz="2250" b="0">
                <a:solidFill>
                  <a:srgbClr val="A6C5D7"/>
                </a:solidFill>
                <a:latin typeface="Apple SD Gothic Neo"/>
                <a:ea typeface="Apple SD Gothic Neo"/>
                <a:cs typeface="Apple SD Gothic Neo"/>
              </a:defRPr>
            </a:lvl1pPr>
            <a:lvl2pPr>
              <a:buNone/>
              <a:defRPr sz="2250" b="0">
                <a:solidFill>
                  <a:srgbClr val="A6C5D7"/>
                </a:solidFill>
                <a:latin typeface="Apple SD Gothic Neo"/>
                <a:ea typeface="Apple SD Gothic Neo"/>
                <a:cs typeface="Apple SD Gothic Neo"/>
              </a:defRPr>
            </a:lvl2pPr>
            <a:lvl3pPr>
              <a:buNone/>
              <a:defRPr sz="2250" b="0">
                <a:solidFill>
                  <a:srgbClr val="A6C5D7"/>
                </a:solidFill>
                <a:latin typeface="Apple SD Gothic Neo"/>
                <a:ea typeface="Apple SD Gothic Neo"/>
                <a:cs typeface="Apple SD Gothic Neo"/>
              </a:defRPr>
            </a:lvl3pPr>
            <a:lvl4pPr>
              <a:buNone/>
              <a:defRPr sz="2250" b="0">
                <a:solidFill>
                  <a:srgbClr val="A6C5D7"/>
                </a:solidFill>
                <a:latin typeface="Apple SD Gothic Neo"/>
                <a:ea typeface="Apple SD Gothic Neo"/>
                <a:cs typeface="Apple SD Gothic Neo"/>
              </a:defRPr>
            </a:lvl4pPr>
            <a:lvl5pPr>
              <a:buNone/>
              <a:defRPr sz="2250" b="0">
                <a:solidFill>
                  <a:srgbClr val="A6C5D7"/>
                </a:solidFill>
                <a:latin typeface="Apple SD Gothic Neo"/>
                <a:ea typeface="Apple SD Gothic Neo"/>
                <a:cs typeface="Apple SD Gothic Neo"/>
              </a:defRPr>
            </a:lvl5pPr>
            <a:lvl6pPr>
              <a:buNone/>
              <a:defRPr sz="2250" b="0">
                <a:solidFill>
                  <a:srgbClr val="A6C5D7"/>
                </a:solidFill>
                <a:latin typeface="Apple SD Gothic Neo"/>
                <a:ea typeface="Apple SD Gothic Neo"/>
                <a:cs typeface="Apple SD Gothic Neo"/>
              </a:defRPr>
            </a:lvl6pPr>
            <a:lvl7pPr>
              <a:buNone/>
              <a:defRPr sz="2250" b="0">
                <a:solidFill>
                  <a:srgbClr val="A6C5D7"/>
                </a:solidFill>
                <a:latin typeface="Apple SD Gothic Neo"/>
                <a:ea typeface="Apple SD Gothic Neo"/>
                <a:cs typeface="Apple SD Gothic Neo"/>
              </a:defRPr>
            </a:lvl7pPr>
            <a:lvl8pPr>
              <a:buNone/>
              <a:defRPr sz="2250" b="0">
                <a:solidFill>
                  <a:srgbClr val="A6C5D7"/>
                </a:solidFill>
                <a:latin typeface="Apple SD Gothic Neo"/>
                <a:ea typeface="Apple SD Gothic Neo"/>
                <a:cs typeface="Apple SD Gothic Neo"/>
              </a:defRPr>
            </a:lvl8pPr>
            <a:lvl9pPr>
              <a:buNone/>
              <a:defRPr sz="2250" b="0">
                <a:solidFill>
                  <a:srgbClr val="A6C5D7"/>
                </a:solidFill>
                <a:latin typeface="Apple SD Gothic Neo"/>
                <a:ea typeface="Apple SD Gothic Neo"/>
                <a:cs typeface="Apple SD Gothic Neo"/>
              </a:defRPr>
            </a:lvl9pPr>
          </a:lstStyle>
          <a:p xmlns:a="http://schemas.openxmlformats.org/drawingml/2006/main">
            <a:pPr>
              <a:buNone/>
              <a:defRPr sz="2250" b="0">
                <a:solidFill>
                  <a:srgbClr val="A6C5D7"/>
                </a:solidFill>
                <a:latin typeface="Apple SD Gothic Neo"/>
                <a:ea typeface="Apple SD Gothic Neo"/>
                <a:cs typeface="Apple SD Gothic Neo"/>
              </a:defRPr>
            </a:pPr>
            <a:r>
              <a:rPr sz="2250" b="0">
                <a:solidFill>
                  <a:srgbClr val="A6C5D7"/>
                </a:solidFill>
                <a:latin typeface="Apple SD Gothic Neo"/>
                <a:ea typeface="Apple SD Gothic Neo"/>
                <a:cs typeface="Apple SD Gothic Neo"/>
              </a:rPr>
              <a:t>키워드로 만들고, 원문 근거로 검토하는 세계관 웹 서비스</a:t>
            </a:r>
          </a:p>
        </p:txBody>
      </p:sp>
      <p:sp>
        <p:nvSpPr>
          <p:cNvPr id="4" name="">
            <a:extLst xmlns:a="http://schemas.openxmlformats.org/drawingml/2006/main">
              <a:ext uri="{FF2B5EF4-FFF2-40B4-BE49-F238E27FC236}">
                <a16:creationId xmlns:a16="http://schemas.microsoft.com/office/drawing/2014/main" id="{F217EF90-7B7D-4FFB-8756-03D37A0C36A8}"/>
              </a:ext>
            </a:extLst>
          </p:cNvPr>
          <p:cNvSpPr>
            <a:spLocks xmlns:a="http://schemas.openxmlformats.org/drawingml/2006/main" noGrp="1"/>
          </p:cNvSpPr>
          <p:nvPr/>
        </p:nvSpPr>
        <p:spPr>
          <a:xfrm xmlns:a="http://schemas.openxmlformats.org/drawingml/2006/main">
            <a:off x="742950" y="50577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FFFFFF"/>
                </a:solidFill>
                <a:latin typeface="Apple SD Gothic Neo"/>
                <a:ea typeface="Apple SD Gothic Neo"/>
                <a:cs typeface="Apple SD Gothic Neo"/>
              </a:defRPr>
            </a:defPPr>
            <a:lvl1pPr>
              <a:buNone/>
              <a:defRPr sz="2550" b="1">
                <a:solidFill>
                  <a:srgbClr val="FFFFFF"/>
                </a:solidFill>
                <a:latin typeface="Apple SD Gothic Neo"/>
                <a:ea typeface="Apple SD Gothic Neo"/>
                <a:cs typeface="Apple SD Gothic Neo"/>
              </a:defRPr>
            </a:lvl1pPr>
            <a:lvl2pPr>
              <a:buNone/>
              <a:defRPr sz="2550" b="1">
                <a:solidFill>
                  <a:srgbClr val="FFFFFF"/>
                </a:solidFill>
                <a:latin typeface="Apple SD Gothic Neo"/>
                <a:ea typeface="Apple SD Gothic Neo"/>
                <a:cs typeface="Apple SD Gothic Neo"/>
              </a:defRPr>
            </a:lvl2pPr>
            <a:lvl3pPr>
              <a:buNone/>
              <a:defRPr sz="2550" b="1">
                <a:solidFill>
                  <a:srgbClr val="FFFFFF"/>
                </a:solidFill>
                <a:latin typeface="Apple SD Gothic Neo"/>
                <a:ea typeface="Apple SD Gothic Neo"/>
                <a:cs typeface="Apple SD Gothic Neo"/>
              </a:defRPr>
            </a:lvl3pPr>
            <a:lvl4pPr>
              <a:buNone/>
              <a:defRPr sz="2550" b="1">
                <a:solidFill>
                  <a:srgbClr val="FFFFFF"/>
                </a:solidFill>
                <a:latin typeface="Apple SD Gothic Neo"/>
                <a:ea typeface="Apple SD Gothic Neo"/>
                <a:cs typeface="Apple SD Gothic Neo"/>
              </a:defRPr>
            </a:lvl4pPr>
            <a:lvl5pPr>
              <a:buNone/>
              <a:defRPr sz="2550" b="1">
                <a:solidFill>
                  <a:srgbClr val="FFFFFF"/>
                </a:solidFill>
                <a:latin typeface="Apple SD Gothic Neo"/>
                <a:ea typeface="Apple SD Gothic Neo"/>
                <a:cs typeface="Apple SD Gothic Neo"/>
              </a:defRPr>
            </a:lvl5pPr>
            <a:lvl6pPr>
              <a:buNone/>
              <a:defRPr sz="2550" b="1">
                <a:solidFill>
                  <a:srgbClr val="FFFFFF"/>
                </a:solidFill>
                <a:latin typeface="Apple SD Gothic Neo"/>
                <a:ea typeface="Apple SD Gothic Neo"/>
                <a:cs typeface="Apple SD Gothic Neo"/>
              </a:defRPr>
            </a:lvl6pPr>
            <a:lvl7pPr>
              <a:buNone/>
              <a:defRPr sz="2550" b="1">
                <a:solidFill>
                  <a:srgbClr val="FFFFFF"/>
                </a:solidFill>
                <a:latin typeface="Apple SD Gothic Neo"/>
                <a:ea typeface="Apple SD Gothic Neo"/>
                <a:cs typeface="Apple SD Gothic Neo"/>
              </a:defRPr>
            </a:lvl7pPr>
            <a:lvl8pPr>
              <a:buNone/>
              <a:defRPr sz="2550" b="1">
                <a:solidFill>
                  <a:srgbClr val="FFFFFF"/>
                </a:solidFill>
                <a:latin typeface="Apple SD Gothic Neo"/>
                <a:ea typeface="Apple SD Gothic Neo"/>
                <a:cs typeface="Apple SD Gothic Neo"/>
              </a:defRPr>
            </a:lvl8pPr>
            <a:lvl9pPr>
              <a:buNone/>
              <a:defRPr sz="2550" b="1">
                <a:solidFill>
                  <a:srgbClr val="FFFFFF"/>
                </a:solidFill>
                <a:latin typeface="Apple SD Gothic Neo"/>
                <a:ea typeface="Apple SD Gothic Neo"/>
                <a:cs typeface="Apple SD Gothic Neo"/>
              </a:defRPr>
            </a:lvl9pPr>
          </a:lstStyle>
          <a:p xmlns:a="http://schemas.openxmlformats.org/drawingml/2006/main">
            <a:pPr>
              <a:buNone/>
              <a:defRPr sz="2550" b="1">
                <a:solidFill>
                  <a:srgbClr val="FFFFFF"/>
                </a:solidFill>
                <a:latin typeface="Apple SD Gothic Neo"/>
                <a:ea typeface="Apple SD Gothic Neo"/>
                <a:cs typeface="Apple SD Gothic Neo"/>
              </a:defRPr>
            </a:pPr>
            <a:r>
              <a:rPr sz="2550" b="1">
                <a:solidFill>
                  <a:srgbClr val="FFFFFF"/>
                </a:solidFill>
                <a:latin typeface="Apple SD Gothic Neo"/>
                <a:ea typeface="Apple SD Gothic Neo"/>
                <a:cs typeface="Apple SD Gothic Neo"/>
              </a:rPr>
              <a:t>G074  김지민</a:t>
            </a:r>
          </a:p>
        </p:txBody>
      </p:sp>
      <p:sp>
        <p:nvSpPr>
          <p:cNvPr id="5" name="">
            <a:extLst xmlns:a="http://schemas.openxmlformats.org/drawingml/2006/main">
              <a:ext uri="{FF2B5EF4-FFF2-40B4-BE49-F238E27FC236}">
                <a16:creationId xmlns:a16="http://schemas.microsoft.com/office/drawing/2014/main" id="{758A83AE-0342-41AF-8426-AAA3D74F7C51}"/>
              </a:ext>
            </a:extLst>
          </p:cNvPr>
          <p:cNvSpPr>
            <a:spLocks xmlns:a="http://schemas.openxmlformats.org/drawingml/2006/main" noGrp="1"/>
          </p:cNvSpPr>
          <p:nvPr/>
        </p:nvSpPr>
        <p:spPr>
          <a:xfrm xmlns:a="http://schemas.openxmlformats.org/drawingml/2006/main">
            <a:off x="742950" y="56197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D6E6F3"/>
                </a:solidFill>
                <a:latin typeface="Apple SD Gothic Neo"/>
                <a:ea typeface="Apple SD Gothic Neo"/>
                <a:cs typeface="Apple SD Gothic Neo"/>
              </a:defRPr>
            </a:defPPr>
            <a:lvl1pPr>
              <a:buNone/>
              <a:defRPr sz="1950" b="0">
                <a:solidFill>
                  <a:srgbClr val="D6E6F3"/>
                </a:solidFill>
                <a:latin typeface="Apple SD Gothic Neo"/>
                <a:ea typeface="Apple SD Gothic Neo"/>
                <a:cs typeface="Apple SD Gothic Neo"/>
              </a:defRPr>
            </a:lvl1pPr>
            <a:lvl2pPr>
              <a:buNone/>
              <a:defRPr sz="1950" b="0">
                <a:solidFill>
                  <a:srgbClr val="D6E6F3"/>
                </a:solidFill>
                <a:latin typeface="Apple SD Gothic Neo"/>
                <a:ea typeface="Apple SD Gothic Neo"/>
                <a:cs typeface="Apple SD Gothic Neo"/>
              </a:defRPr>
            </a:lvl2pPr>
            <a:lvl3pPr>
              <a:buNone/>
              <a:defRPr sz="1950" b="0">
                <a:solidFill>
                  <a:srgbClr val="D6E6F3"/>
                </a:solidFill>
                <a:latin typeface="Apple SD Gothic Neo"/>
                <a:ea typeface="Apple SD Gothic Neo"/>
                <a:cs typeface="Apple SD Gothic Neo"/>
              </a:defRPr>
            </a:lvl3pPr>
            <a:lvl4pPr>
              <a:buNone/>
              <a:defRPr sz="1950" b="0">
                <a:solidFill>
                  <a:srgbClr val="D6E6F3"/>
                </a:solidFill>
                <a:latin typeface="Apple SD Gothic Neo"/>
                <a:ea typeface="Apple SD Gothic Neo"/>
                <a:cs typeface="Apple SD Gothic Neo"/>
              </a:defRPr>
            </a:lvl4pPr>
            <a:lvl5pPr>
              <a:buNone/>
              <a:defRPr sz="1950" b="0">
                <a:solidFill>
                  <a:srgbClr val="D6E6F3"/>
                </a:solidFill>
                <a:latin typeface="Apple SD Gothic Neo"/>
                <a:ea typeface="Apple SD Gothic Neo"/>
                <a:cs typeface="Apple SD Gothic Neo"/>
              </a:defRPr>
            </a:lvl5pPr>
            <a:lvl6pPr>
              <a:buNone/>
              <a:defRPr sz="1950" b="0">
                <a:solidFill>
                  <a:srgbClr val="D6E6F3"/>
                </a:solidFill>
                <a:latin typeface="Apple SD Gothic Neo"/>
                <a:ea typeface="Apple SD Gothic Neo"/>
                <a:cs typeface="Apple SD Gothic Neo"/>
              </a:defRPr>
            </a:lvl6pPr>
            <a:lvl7pPr>
              <a:buNone/>
              <a:defRPr sz="1950" b="0">
                <a:solidFill>
                  <a:srgbClr val="D6E6F3"/>
                </a:solidFill>
                <a:latin typeface="Apple SD Gothic Neo"/>
                <a:ea typeface="Apple SD Gothic Neo"/>
                <a:cs typeface="Apple SD Gothic Neo"/>
              </a:defRPr>
            </a:lvl7pPr>
            <a:lvl8pPr>
              <a:buNone/>
              <a:defRPr sz="1950" b="0">
                <a:solidFill>
                  <a:srgbClr val="D6E6F3"/>
                </a:solidFill>
                <a:latin typeface="Apple SD Gothic Neo"/>
                <a:ea typeface="Apple SD Gothic Neo"/>
                <a:cs typeface="Apple SD Gothic Neo"/>
              </a:defRPr>
            </a:lvl8pPr>
            <a:lvl9pPr>
              <a:buNone/>
              <a:defRPr sz="1950" b="0">
                <a:solidFill>
                  <a:srgbClr val="D6E6F3"/>
                </a:solidFill>
                <a:latin typeface="Apple SD Gothic Neo"/>
                <a:ea typeface="Apple SD Gothic Neo"/>
                <a:cs typeface="Apple SD Gothic Neo"/>
              </a:defRPr>
            </a:lvl9pPr>
          </a:lstStyle>
          <a:p xmlns:a="http://schemas.openxmlformats.org/drawingml/2006/main">
            <a:pPr>
              <a:buNone/>
              <a:defRPr sz="1950" b="0">
                <a:solidFill>
                  <a:srgbClr val="D6E6F3"/>
                </a:solidFill>
                <a:latin typeface="Apple SD Gothic Neo"/>
                <a:ea typeface="Apple SD Gothic Neo"/>
                <a:cs typeface="Apple SD Gothic Neo"/>
              </a:defRPr>
            </a:pPr>
            <a:r>
              <a:rPr sz="1950" b="0">
                <a:solidFill>
                  <a:srgbClr val="D6E6F3"/>
                </a:solidFill>
                <a:latin typeface="Apple SD Gothic Neo"/>
                <a:ea typeface="Apple SD Gothic Neo"/>
                <a:cs typeface="Apple SD Gothic Neo"/>
              </a:rPr>
              <a:t>SKALA 4기 광주캠퍼스</a:t>
            </a:r>
          </a:p>
        </p:txBody>
      </p:sp>
      <p:sp>
        <p:nvSpPr>
          <p:cNvPr id="6" name="">
            <a:extLst xmlns:a="http://schemas.openxmlformats.org/drawingml/2006/main">
              <a:ext uri="{FF2B5EF4-FFF2-40B4-BE49-F238E27FC236}">
                <a16:creationId xmlns:a16="http://schemas.microsoft.com/office/drawing/2014/main" id="{DD282D26-BD95-4D83-AE75-20AAF7549545}"/>
              </a:ext>
            </a:extLst>
          </p:cNvPr>
          <p:cNvSpPr>
            <a:spLocks xmlns:a="http://schemas.openxmlformats.org/drawingml/2006/main" noGrp="1"/>
          </p:cNvSpPr>
          <p:nvPr/>
        </p:nvSpPr>
        <p:spPr>
          <a:xfrm xmlns:a="http://schemas.openxmlformats.org/drawingml/2006/main">
            <a:off x="742950" y="630555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A6C5D7"/>
                </a:solidFill>
                <a:latin typeface="Apple SD Gothic Neo"/>
                <a:ea typeface="Apple SD Gothic Neo"/>
                <a:cs typeface="Apple SD Gothic Neo"/>
              </a:defRPr>
            </a:defPPr>
            <a:lvl1pPr>
              <a:buNone/>
              <a:defRPr sz="1425" b="0">
                <a:solidFill>
                  <a:srgbClr val="A6C5D7"/>
                </a:solidFill>
                <a:latin typeface="Apple SD Gothic Neo"/>
                <a:ea typeface="Apple SD Gothic Neo"/>
                <a:cs typeface="Apple SD Gothic Neo"/>
              </a:defRPr>
            </a:lvl1pPr>
            <a:lvl2pPr>
              <a:buNone/>
              <a:defRPr sz="1425" b="0">
                <a:solidFill>
                  <a:srgbClr val="A6C5D7"/>
                </a:solidFill>
                <a:latin typeface="Apple SD Gothic Neo"/>
                <a:ea typeface="Apple SD Gothic Neo"/>
                <a:cs typeface="Apple SD Gothic Neo"/>
              </a:defRPr>
            </a:lvl2pPr>
            <a:lvl3pPr>
              <a:buNone/>
              <a:defRPr sz="1425" b="0">
                <a:solidFill>
                  <a:srgbClr val="A6C5D7"/>
                </a:solidFill>
                <a:latin typeface="Apple SD Gothic Neo"/>
                <a:ea typeface="Apple SD Gothic Neo"/>
                <a:cs typeface="Apple SD Gothic Neo"/>
              </a:defRPr>
            </a:lvl3pPr>
            <a:lvl4pPr>
              <a:buNone/>
              <a:defRPr sz="1425" b="0">
                <a:solidFill>
                  <a:srgbClr val="A6C5D7"/>
                </a:solidFill>
                <a:latin typeface="Apple SD Gothic Neo"/>
                <a:ea typeface="Apple SD Gothic Neo"/>
                <a:cs typeface="Apple SD Gothic Neo"/>
              </a:defRPr>
            </a:lvl4pPr>
            <a:lvl5pPr>
              <a:buNone/>
              <a:defRPr sz="1425" b="0">
                <a:solidFill>
                  <a:srgbClr val="A6C5D7"/>
                </a:solidFill>
                <a:latin typeface="Apple SD Gothic Neo"/>
                <a:ea typeface="Apple SD Gothic Neo"/>
                <a:cs typeface="Apple SD Gothic Neo"/>
              </a:defRPr>
            </a:lvl5pPr>
            <a:lvl6pPr>
              <a:buNone/>
              <a:defRPr sz="1425" b="0">
                <a:solidFill>
                  <a:srgbClr val="A6C5D7"/>
                </a:solidFill>
                <a:latin typeface="Apple SD Gothic Neo"/>
                <a:ea typeface="Apple SD Gothic Neo"/>
                <a:cs typeface="Apple SD Gothic Neo"/>
              </a:defRPr>
            </a:lvl6pPr>
            <a:lvl7pPr>
              <a:buNone/>
              <a:defRPr sz="1425" b="0">
                <a:solidFill>
                  <a:srgbClr val="A6C5D7"/>
                </a:solidFill>
                <a:latin typeface="Apple SD Gothic Neo"/>
                <a:ea typeface="Apple SD Gothic Neo"/>
                <a:cs typeface="Apple SD Gothic Neo"/>
              </a:defRPr>
            </a:lvl7pPr>
            <a:lvl8pPr>
              <a:buNone/>
              <a:defRPr sz="1425" b="0">
                <a:solidFill>
                  <a:srgbClr val="A6C5D7"/>
                </a:solidFill>
                <a:latin typeface="Apple SD Gothic Neo"/>
                <a:ea typeface="Apple SD Gothic Neo"/>
                <a:cs typeface="Apple SD Gothic Neo"/>
              </a:defRPr>
            </a:lvl8pPr>
            <a:lvl9pPr>
              <a:buNone/>
              <a:defRPr sz="1425" b="0">
                <a:solidFill>
                  <a:srgbClr val="A6C5D7"/>
                </a:solidFill>
                <a:latin typeface="Apple SD Gothic Neo"/>
                <a:ea typeface="Apple SD Gothic Neo"/>
                <a:cs typeface="Apple SD Gothic Neo"/>
              </a:defRPr>
            </a:lvl9pPr>
          </a:lstStyle>
          <a:p xmlns:a="http://schemas.openxmlformats.org/drawingml/2006/main">
            <a:pPr>
              <a:buNone/>
              <a:defRPr sz="1425" b="0">
                <a:solidFill>
                  <a:srgbClr val="A6C5D7"/>
                </a:solidFill>
                <a:latin typeface="Apple SD Gothic Neo"/>
                <a:ea typeface="Apple SD Gothic Neo"/>
                <a:cs typeface="Apple SD Gothic Neo"/>
              </a:defRPr>
            </a:pPr>
            <a:r>
              <a:rPr sz="1425" b="0">
                <a:solidFill>
                  <a:srgbClr val="A6C5D7"/>
                </a:solidFill>
                <a:latin typeface="Apple SD Gothic Neo"/>
                <a:ea typeface="Apple SD Gothic Neo"/>
                <a:cs typeface="Apple SD Gothic Neo"/>
              </a:rPr>
              <a:t>과제 2  자유 주제 AI 서비스 개발</a:t>
            </a:r>
          </a:p>
        </p:txBody>
      </p:sp>
    </p:spTree>
    <p:extLst>
      <p:ext uri="{BB962C8B-B14F-4D97-AF65-F5344CB8AC3E}">
        <p14:creationId xmlns:p14="http://schemas.microsoft.com/office/powerpoint/2010/main" val="1763327171"/>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15EE0D8-F722-405A-B079-09EA9614472B}"/>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주제와 세부 태스크</a:t>
            </a:r>
          </a:p>
        </p:txBody>
      </p:sp>
      <p:sp>
        <p:nvSpPr>
          <p:cNvPr id="2" name="">
            <a:extLst xmlns:a="http://schemas.openxmlformats.org/drawingml/2006/main">
              <a:ext uri="{FF2B5EF4-FFF2-40B4-BE49-F238E27FC236}">
                <a16:creationId xmlns:a16="http://schemas.microsoft.com/office/drawing/2014/main" id="{153B7DA4-A2DC-4582-AEEE-F66BBDF1B1AD}"/>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2/7</a:t>
            </a:r>
          </a:p>
        </p:txBody>
      </p:sp>
      <p:sp>
        <p:nvSpPr>
          <p:cNvPr id="3" name="">
            <a:extLst xmlns:a="http://schemas.openxmlformats.org/drawingml/2006/main">
              <a:ext uri="{FF2B5EF4-FFF2-40B4-BE49-F238E27FC236}">
                <a16:creationId xmlns:a16="http://schemas.microsoft.com/office/drawing/2014/main" id="{83E82B33-F85A-4332-8306-4982AF23FA9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9EE9DEA6-F64C-422C-9521-A55CF42349CE}"/>
              </a:ext>
            </a:extLst>
          </p:cNvPr>
          <p:cNvSpPr>
            <a:spLocks xmlns:a="http://schemas.openxmlformats.org/drawingml/2006/main" noGrp="1"/>
          </p:cNvSpPr>
          <p:nvPr/>
        </p:nvSpPr>
        <p:spPr>
          <a:xfrm xmlns:a="http://schemas.openxmlformats.org/drawingml/2006/main">
            <a:off x="609600" y="13144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설정이 늘어날수록, 무엇이 어디와 충돌하는지 찾기 어렵다</a:t>
            </a:r>
          </a:p>
        </p:txBody>
      </p:sp>
      <p:sp>
        <p:nvSpPr>
          <p:cNvPr id="5" name="">
            <a:extLst xmlns:a="http://schemas.openxmlformats.org/drawingml/2006/main">
              <a:ext uri="{FF2B5EF4-FFF2-40B4-BE49-F238E27FC236}">
                <a16:creationId xmlns:a16="http://schemas.microsoft.com/office/drawing/2014/main" id="{CC275DE9-0310-4526-8443-8FF440783957}"/>
              </a:ext>
            </a:extLst>
          </p:cNvPr>
          <p:cNvSpPr>
            <a:spLocks xmlns:a="http://schemas.openxmlformats.org/drawingml/2006/main" noGrp="1"/>
          </p:cNvSpPr>
          <p:nvPr/>
        </p:nvSpPr>
        <p:spPr>
          <a:xfrm xmlns:a="http://schemas.openxmlformats.org/drawingml/2006/main">
            <a:off x="609600" y="23431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01</a:t>
            </a:r>
          </a:p>
        </p:txBody>
      </p:sp>
      <p:sp>
        <p:nvSpPr>
          <p:cNvPr id="6" name="">
            <a:extLst xmlns:a="http://schemas.openxmlformats.org/drawingml/2006/main">
              <a:ext uri="{FF2B5EF4-FFF2-40B4-BE49-F238E27FC236}">
                <a16:creationId xmlns:a16="http://schemas.microsoft.com/office/drawing/2014/main" id="{25E041F5-F2EE-43E8-B33A-1D567E16ECD2}"/>
              </a:ext>
            </a:extLst>
          </p:cNvPr>
          <p:cNvSpPr>
            <a:spLocks xmlns:a="http://schemas.openxmlformats.org/drawingml/2006/main" noGrp="1"/>
          </p:cNvSpPr>
          <p:nvPr/>
        </p:nvSpPr>
        <p:spPr>
          <a:xfrm xmlns:a="http://schemas.openxmlformats.org/drawingml/2006/main">
            <a:off x="1562100" y="23431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새 이야기 만들기</a:t>
            </a:r>
          </a:p>
        </p:txBody>
      </p:sp>
      <p:sp>
        <p:nvSpPr>
          <p:cNvPr id="7" name="">
            <a:extLst xmlns:a="http://schemas.openxmlformats.org/drawingml/2006/main">
              <a:ext uri="{FF2B5EF4-FFF2-40B4-BE49-F238E27FC236}">
                <a16:creationId xmlns:a16="http://schemas.microsoft.com/office/drawing/2014/main" id="{704D9759-7014-4E8D-949E-4D8ABD3AD0D0}"/>
              </a:ext>
            </a:extLst>
          </p:cNvPr>
          <p:cNvSpPr>
            <a:spLocks xmlns:a="http://schemas.openxmlformats.org/drawingml/2006/main" noGrp="1"/>
          </p:cNvSpPr>
          <p:nvPr/>
        </p:nvSpPr>
        <p:spPr>
          <a:xfrm xmlns:a="http://schemas.openxmlformats.org/drawingml/2006/main">
            <a:off x="4619625" y="23812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키워드와 유지 조건으로 생성하고, 검토 후 한 번 수정</a:t>
            </a:r>
          </a:p>
        </p:txBody>
      </p:sp>
      <p:sp>
        <p:nvSpPr>
          <p:cNvPr id="8" name="">
            <a:extLst xmlns:a="http://schemas.openxmlformats.org/drawingml/2006/main">
              <a:ext uri="{FF2B5EF4-FFF2-40B4-BE49-F238E27FC236}">
                <a16:creationId xmlns:a16="http://schemas.microsoft.com/office/drawing/2014/main" id="{27974D9D-AC16-478B-8AF9-4357FC1A77EE}"/>
              </a:ext>
            </a:extLst>
          </p:cNvPr>
          <p:cNvSpPr>
            <a:spLocks xmlns:a="http://schemas.openxmlformats.org/drawingml/2006/main" noGrp="1"/>
          </p:cNvSpPr>
          <p:nvPr/>
        </p:nvSpPr>
        <p:spPr>
          <a:xfrm xmlns:a="http://schemas.openxmlformats.org/drawingml/2006/main">
            <a:off x="609600" y="35242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02</a:t>
            </a:r>
          </a:p>
        </p:txBody>
      </p:sp>
      <p:sp>
        <p:nvSpPr>
          <p:cNvPr id="9" name="">
            <a:extLst xmlns:a="http://schemas.openxmlformats.org/drawingml/2006/main">
              <a:ext uri="{FF2B5EF4-FFF2-40B4-BE49-F238E27FC236}">
                <a16:creationId xmlns:a16="http://schemas.microsoft.com/office/drawing/2014/main" id="{F388F2FB-E5EF-45DA-843C-D2C92F768969}"/>
              </a:ext>
            </a:extLst>
          </p:cNvPr>
          <p:cNvSpPr>
            <a:spLocks xmlns:a="http://schemas.openxmlformats.org/drawingml/2006/main" noGrp="1"/>
          </p:cNvSpPr>
          <p:nvPr/>
        </p:nvSpPr>
        <p:spPr>
          <a:xfrm xmlns:a="http://schemas.openxmlformats.org/drawingml/2006/main">
            <a:off x="1562100" y="35242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기존 설정 검토</a:t>
            </a:r>
          </a:p>
        </p:txBody>
      </p:sp>
      <p:sp>
        <p:nvSpPr>
          <p:cNvPr id="10" name="">
            <a:extLst xmlns:a="http://schemas.openxmlformats.org/drawingml/2006/main">
              <a:ext uri="{FF2B5EF4-FFF2-40B4-BE49-F238E27FC236}">
                <a16:creationId xmlns:a16="http://schemas.microsoft.com/office/drawing/2014/main" id="{2B90690A-EC87-4AB9-A5E9-A3D5CF7FA327}"/>
              </a:ext>
            </a:extLst>
          </p:cNvPr>
          <p:cNvSpPr>
            <a:spLocks xmlns:a="http://schemas.openxmlformats.org/drawingml/2006/main" noGrp="1"/>
          </p:cNvSpPr>
          <p:nvPr/>
        </p:nvSpPr>
        <p:spPr>
          <a:xfrm xmlns:a="http://schemas.openxmlformats.org/drawingml/2006/main">
            <a:off x="4619625" y="35623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원문을 유지하며 문제 위치·이유·수정 선택지 제시</a:t>
            </a:r>
          </a:p>
        </p:txBody>
      </p:sp>
      <p:sp>
        <p:nvSpPr>
          <p:cNvPr id="11" name="">
            <a:extLst xmlns:a="http://schemas.openxmlformats.org/drawingml/2006/main">
              <a:ext uri="{FF2B5EF4-FFF2-40B4-BE49-F238E27FC236}">
                <a16:creationId xmlns:a16="http://schemas.microsoft.com/office/drawing/2014/main" id="{7B72108D-1483-4DC2-B1E8-13C7AC4D57B1}"/>
              </a:ext>
            </a:extLst>
          </p:cNvPr>
          <p:cNvSpPr>
            <a:spLocks xmlns:a="http://schemas.openxmlformats.org/drawingml/2006/main" noGrp="1"/>
          </p:cNvSpPr>
          <p:nvPr/>
        </p:nvSpPr>
        <p:spPr>
          <a:xfrm xmlns:a="http://schemas.openxmlformats.org/drawingml/2006/main">
            <a:off x="609600" y="47053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03</a:t>
            </a:r>
          </a:p>
        </p:txBody>
      </p:sp>
      <p:sp>
        <p:nvSpPr>
          <p:cNvPr id="12" name="">
            <a:extLst xmlns:a="http://schemas.openxmlformats.org/drawingml/2006/main">
              <a:ext uri="{FF2B5EF4-FFF2-40B4-BE49-F238E27FC236}">
                <a16:creationId xmlns:a16="http://schemas.microsoft.com/office/drawing/2014/main" id="{799A538F-8148-4132-99FC-89FEFA9C29F0}"/>
              </a:ext>
            </a:extLst>
          </p:cNvPr>
          <p:cNvSpPr>
            <a:spLocks xmlns:a="http://schemas.openxmlformats.org/drawingml/2006/main" noGrp="1"/>
          </p:cNvSpPr>
          <p:nvPr/>
        </p:nvSpPr>
        <p:spPr>
          <a:xfrm xmlns:a="http://schemas.openxmlformats.org/drawingml/2006/main">
            <a:off x="1562100" y="47053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설정 탐색과 확장</a:t>
            </a:r>
          </a:p>
        </p:txBody>
      </p:sp>
      <p:sp>
        <p:nvSpPr>
          <p:cNvPr id="13" name="">
            <a:extLst xmlns:a="http://schemas.openxmlformats.org/drawingml/2006/main">
              <a:ext uri="{FF2B5EF4-FFF2-40B4-BE49-F238E27FC236}">
                <a16:creationId xmlns:a16="http://schemas.microsoft.com/office/drawing/2014/main" id="{2FBE72F8-0DA6-43E6-9412-7397B7F4D2CA}"/>
              </a:ext>
            </a:extLst>
          </p:cNvPr>
          <p:cNvSpPr>
            <a:spLocks xmlns:a="http://schemas.openxmlformats.org/drawingml/2006/main" noGrp="1"/>
          </p:cNvSpPr>
          <p:nvPr/>
        </p:nvSpPr>
        <p:spPr>
          <a:xfrm xmlns:a="http://schemas.openxmlformats.org/drawingml/2006/main">
            <a:off x="4619625" y="47434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관계도에서 근거를 찾고, 채택한 최종본으로 이어쓰기</a:t>
            </a:r>
          </a:p>
        </p:txBody>
      </p:sp>
      <p:sp>
        <p:nvSpPr>
          <p:cNvPr id="14" name="">
            <a:extLst xmlns:a="http://schemas.openxmlformats.org/drawingml/2006/main">
              <a:ext uri="{FF2B5EF4-FFF2-40B4-BE49-F238E27FC236}">
                <a16:creationId xmlns:a16="http://schemas.microsoft.com/office/drawing/2014/main" id="{28ED28CE-79B1-4A1A-B2A4-7E2711A95D1D}"/>
              </a:ext>
            </a:extLst>
          </p:cNvPr>
          <p:cNvSpPr>
            <a:spLocks xmlns:a="http://schemas.openxmlformats.org/drawingml/2006/main" noGrp="1"/>
          </p:cNvSpPr>
          <p:nvPr/>
        </p:nvSpPr>
        <p:spPr>
          <a:xfrm xmlns:a="http://schemas.openxmlformats.org/drawingml/2006/main">
            <a:off x="1562100" y="5943600"/>
            <a:ext cx="990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Vue 3 / FastAPI / SQLite / OpenAI Responses API</a:t>
            </a:r>
          </a:p>
        </p:txBody>
      </p:sp>
    </p:spTree>
    <p:extLst>
      <p:ext uri="{BB962C8B-B14F-4D97-AF65-F5344CB8AC3E}">
        <p14:creationId xmlns:p14="http://schemas.microsoft.com/office/powerpoint/2010/main" val="896926989"/>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53FD17B-2ACB-4B7A-8ABE-FAA98C572BC0}"/>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구현 결과와 검증</a:t>
            </a:r>
          </a:p>
        </p:txBody>
      </p:sp>
      <p:sp>
        <p:nvSpPr>
          <p:cNvPr id="2" name="">
            <a:extLst xmlns:a="http://schemas.openxmlformats.org/drawingml/2006/main">
              <a:ext uri="{FF2B5EF4-FFF2-40B4-BE49-F238E27FC236}">
                <a16:creationId xmlns:a16="http://schemas.microsoft.com/office/drawing/2014/main" id="{23632E86-06DE-47B7-882B-B706A2058BEC}"/>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3/7</a:t>
            </a:r>
          </a:p>
        </p:txBody>
      </p:sp>
      <p:sp>
        <p:nvSpPr>
          <p:cNvPr id="3" name="">
            <a:extLst xmlns:a="http://schemas.openxmlformats.org/drawingml/2006/main">
              <a:ext uri="{FF2B5EF4-FFF2-40B4-BE49-F238E27FC236}">
                <a16:creationId xmlns:a16="http://schemas.microsoft.com/office/drawing/2014/main" id="{E3F87497-AC0A-42A7-8D80-CF4DE087957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C37CDA64-116F-4D01-86DC-FF116248EDF0}"/>
              </a:ext>
            </a:extLst>
          </p:cNvPr>
          <p:cNvSpPr>
            <a:spLocks xmlns:a="http://schemas.openxmlformats.org/drawingml/2006/main" noGrp="1"/>
          </p:cNvSpPr>
          <p:nvPr/>
        </p:nvSpPr>
        <p:spPr>
          <a:xfrm xmlns:a="http://schemas.openxmlformats.org/drawingml/2006/main">
            <a:off x="609600" y="13335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F52BA"/>
                </a:solidFill>
                <a:latin typeface="Apple SD Gothic Neo"/>
                <a:ea typeface="Apple SD Gothic Neo"/>
                <a:cs typeface="Apple SD Gothic Neo"/>
              </a:defRPr>
            </a:defPPr>
            <a:lvl1pPr>
              <a:buNone/>
              <a:defRPr sz="2175" b="1">
                <a:solidFill>
                  <a:srgbClr val="0F52BA"/>
                </a:solidFill>
                <a:latin typeface="Apple SD Gothic Neo"/>
                <a:ea typeface="Apple SD Gothic Neo"/>
                <a:cs typeface="Apple SD Gothic Neo"/>
              </a:defRPr>
            </a:lvl1pPr>
            <a:lvl2pPr>
              <a:buNone/>
              <a:defRPr sz="2175" b="1">
                <a:solidFill>
                  <a:srgbClr val="0F52BA"/>
                </a:solidFill>
                <a:latin typeface="Apple SD Gothic Neo"/>
                <a:ea typeface="Apple SD Gothic Neo"/>
                <a:cs typeface="Apple SD Gothic Neo"/>
              </a:defRPr>
            </a:lvl2pPr>
            <a:lvl3pPr>
              <a:buNone/>
              <a:defRPr sz="2175" b="1">
                <a:solidFill>
                  <a:srgbClr val="0F52BA"/>
                </a:solidFill>
                <a:latin typeface="Apple SD Gothic Neo"/>
                <a:ea typeface="Apple SD Gothic Neo"/>
                <a:cs typeface="Apple SD Gothic Neo"/>
              </a:defRPr>
            </a:lvl3pPr>
            <a:lvl4pPr>
              <a:buNone/>
              <a:defRPr sz="2175" b="1">
                <a:solidFill>
                  <a:srgbClr val="0F52BA"/>
                </a:solidFill>
                <a:latin typeface="Apple SD Gothic Neo"/>
                <a:ea typeface="Apple SD Gothic Neo"/>
                <a:cs typeface="Apple SD Gothic Neo"/>
              </a:defRPr>
            </a:lvl4pPr>
            <a:lvl5pPr>
              <a:buNone/>
              <a:defRPr sz="2175" b="1">
                <a:solidFill>
                  <a:srgbClr val="0F52BA"/>
                </a:solidFill>
                <a:latin typeface="Apple SD Gothic Neo"/>
                <a:ea typeface="Apple SD Gothic Neo"/>
                <a:cs typeface="Apple SD Gothic Neo"/>
              </a:defRPr>
            </a:lvl5pPr>
            <a:lvl6pPr>
              <a:buNone/>
              <a:defRPr sz="2175" b="1">
                <a:solidFill>
                  <a:srgbClr val="0F52BA"/>
                </a:solidFill>
                <a:latin typeface="Apple SD Gothic Neo"/>
                <a:ea typeface="Apple SD Gothic Neo"/>
                <a:cs typeface="Apple SD Gothic Neo"/>
              </a:defRPr>
            </a:lvl6pPr>
            <a:lvl7pPr>
              <a:buNone/>
              <a:defRPr sz="2175" b="1">
                <a:solidFill>
                  <a:srgbClr val="0F52BA"/>
                </a:solidFill>
                <a:latin typeface="Apple SD Gothic Neo"/>
                <a:ea typeface="Apple SD Gothic Neo"/>
                <a:cs typeface="Apple SD Gothic Neo"/>
              </a:defRPr>
            </a:lvl7pPr>
            <a:lvl8pPr>
              <a:buNone/>
              <a:defRPr sz="2175" b="1">
                <a:solidFill>
                  <a:srgbClr val="0F52BA"/>
                </a:solidFill>
                <a:latin typeface="Apple SD Gothic Neo"/>
                <a:ea typeface="Apple SD Gothic Neo"/>
                <a:cs typeface="Apple SD Gothic Neo"/>
              </a:defRPr>
            </a:lvl8pPr>
            <a:lvl9pPr>
              <a:buNone/>
              <a:defRPr sz="2175" b="1">
                <a:solidFill>
                  <a:srgbClr val="0F52BA"/>
                </a:solidFill>
                <a:latin typeface="Apple SD Gothic Neo"/>
                <a:ea typeface="Apple SD Gothic Neo"/>
                <a:cs typeface="Apple SD Gothic Neo"/>
              </a:defRPr>
            </a:lvl9pPr>
          </a:lstStyle>
          <a:p xmlns:a="http://schemas.openxmlformats.org/drawingml/2006/main">
            <a:pPr>
              <a:buNone/>
              <a:defRPr sz="2175" b="1">
                <a:solidFill>
                  <a:srgbClr val="0F52BA"/>
                </a:solidFill>
                <a:latin typeface="Apple SD Gothic Neo"/>
                <a:ea typeface="Apple SD Gothic Neo"/>
                <a:cs typeface="Apple SD Gothic Neo"/>
              </a:defRPr>
            </a:pPr>
            <a:r>
              <a:rPr sz="2175" b="1">
                <a:solidFill>
                  <a:srgbClr val="0F52BA"/>
                </a:solidFill>
                <a:latin typeface="Apple SD Gothic Neo"/>
                <a:ea typeface="Apple SD Gothic Neo"/>
                <a:cs typeface="Apple SD Gothic Neo"/>
              </a:rPr>
              <a:t>공개 원고의 실제 검토 결과</a:t>
            </a:r>
          </a:p>
        </p:txBody>
      </p:sp>
      <p:sp>
        <p:nvSpPr>
          <p:cNvPr id="5" name="">
            <a:extLst xmlns:a="http://schemas.openxmlformats.org/drawingml/2006/main">
              <a:ext uri="{FF2B5EF4-FFF2-40B4-BE49-F238E27FC236}">
                <a16:creationId xmlns:a16="http://schemas.microsoft.com/office/drawing/2014/main" id="{B103C243-43BF-4B91-87A6-2FE44B1C0D43}"/>
              </a:ext>
            </a:extLst>
          </p:cNvPr>
          <p:cNvSpPr>
            <a:spLocks xmlns:a="http://schemas.openxmlformats.org/drawingml/2006/main" noGrp="1"/>
          </p:cNvSpPr>
          <p:nvPr/>
        </p:nvSpPr>
        <p:spPr>
          <a:xfrm xmlns:a="http://schemas.openxmlformats.org/drawingml/2006/main">
            <a:off x="609600" y="2000250"/>
            <a:ext cx="5048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000926"/>
                </a:solidFill>
                <a:latin typeface="Apple SD Gothic Neo"/>
                <a:ea typeface="Apple SD Gothic Neo"/>
                <a:cs typeface="Apple SD Gothic Neo"/>
              </a:defRPr>
            </a:defPPr>
            <a:lvl1pPr>
              <a:buNone/>
              <a:defRPr sz="2625" b="1">
                <a:solidFill>
                  <a:srgbClr val="000926"/>
                </a:solidFill>
                <a:latin typeface="Apple SD Gothic Neo"/>
                <a:ea typeface="Apple SD Gothic Neo"/>
                <a:cs typeface="Apple SD Gothic Neo"/>
              </a:defRPr>
            </a:lvl1pPr>
            <a:lvl2pPr>
              <a:buNone/>
              <a:defRPr sz="2625" b="1">
                <a:solidFill>
                  <a:srgbClr val="000926"/>
                </a:solidFill>
                <a:latin typeface="Apple SD Gothic Neo"/>
                <a:ea typeface="Apple SD Gothic Neo"/>
                <a:cs typeface="Apple SD Gothic Neo"/>
              </a:defRPr>
            </a:lvl2pPr>
            <a:lvl3pPr>
              <a:buNone/>
              <a:defRPr sz="2625" b="1">
                <a:solidFill>
                  <a:srgbClr val="000926"/>
                </a:solidFill>
                <a:latin typeface="Apple SD Gothic Neo"/>
                <a:ea typeface="Apple SD Gothic Neo"/>
                <a:cs typeface="Apple SD Gothic Neo"/>
              </a:defRPr>
            </a:lvl3pPr>
            <a:lvl4pPr>
              <a:buNone/>
              <a:defRPr sz="2625" b="1">
                <a:solidFill>
                  <a:srgbClr val="000926"/>
                </a:solidFill>
                <a:latin typeface="Apple SD Gothic Neo"/>
                <a:ea typeface="Apple SD Gothic Neo"/>
                <a:cs typeface="Apple SD Gothic Neo"/>
              </a:defRPr>
            </a:lvl4pPr>
            <a:lvl5pPr>
              <a:buNone/>
              <a:defRPr sz="2625" b="1">
                <a:solidFill>
                  <a:srgbClr val="000926"/>
                </a:solidFill>
                <a:latin typeface="Apple SD Gothic Neo"/>
                <a:ea typeface="Apple SD Gothic Neo"/>
                <a:cs typeface="Apple SD Gothic Neo"/>
              </a:defRPr>
            </a:lvl5pPr>
            <a:lvl6pPr>
              <a:buNone/>
              <a:defRPr sz="2625" b="1">
                <a:solidFill>
                  <a:srgbClr val="000926"/>
                </a:solidFill>
                <a:latin typeface="Apple SD Gothic Neo"/>
                <a:ea typeface="Apple SD Gothic Neo"/>
                <a:cs typeface="Apple SD Gothic Neo"/>
              </a:defRPr>
            </a:lvl6pPr>
            <a:lvl7pPr>
              <a:buNone/>
              <a:defRPr sz="2625" b="1">
                <a:solidFill>
                  <a:srgbClr val="000926"/>
                </a:solidFill>
                <a:latin typeface="Apple SD Gothic Neo"/>
                <a:ea typeface="Apple SD Gothic Neo"/>
                <a:cs typeface="Apple SD Gothic Neo"/>
              </a:defRPr>
            </a:lvl7pPr>
            <a:lvl8pPr>
              <a:buNone/>
              <a:defRPr sz="2625" b="1">
                <a:solidFill>
                  <a:srgbClr val="000926"/>
                </a:solidFill>
                <a:latin typeface="Apple SD Gothic Neo"/>
                <a:ea typeface="Apple SD Gothic Neo"/>
                <a:cs typeface="Apple SD Gothic Neo"/>
              </a:defRPr>
            </a:lvl8pPr>
            <a:lvl9pPr>
              <a:buNone/>
              <a:defRPr sz="2625" b="1">
                <a:solidFill>
                  <a:srgbClr val="000926"/>
                </a:solidFill>
                <a:latin typeface="Apple SD Gothic Neo"/>
                <a:ea typeface="Apple SD Gothic Neo"/>
                <a:cs typeface="Apple SD Gothic Neo"/>
              </a:defRPr>
            </a:lvl9pPr>
          </a:lstStyle>
          <a:p xmlns:a="http://schemas.openxmlformats.org/drawingml/2006/main">
            <a:pPr>
              <a:buNone/>
              <a:defRPr sz="2625" b="1">
                <a:solidFill>
                  <a:srgbClr val="000926"/>
                </a:solidFill>
                <a:latin typeface="Apple SD Gothic Neo"/>
                <a:ea typeface="Apple SD Gothic Neo"/>
                <a:cs typeface="Apple SD Gothic Neo"/>
              </a:defRPr>
            </a:pPr>
            <a:r>
              <a:rPr sz="2625" b="1">
                <a:solidFill>
                  <a:srgbClr val="000926"/>
                </a:solidFill>
                <a:latin typeface="Apple SD Gothic Neo"/>
                <a:ea typeface="Apple SD Gothic Neo"/>
                <a:cs typeface="Apple SD Gothic Neo"/>
              </a:rPr>
              <a:t>하나뿐인 열쇠</a:t>
            </a:r>
          </a:p>
          <a:p xmlns:a="http://schemas.openxmlformats.org/drawingml/2006/main">
            <a:pPr>
              <a:buNone/>
              <a:defRPr sz="2625" b="1">
                <a:solidFill>
                  <a:srgbClr val="000926"/>
                </a:solidFill>
                <a:latin typeface="Apple SD Gothic Neo"/>
                <a:ea typeface="Apple SD Gothic Neo"/>
                <a:cs typeface="Apple SD Gothic Neo"/>
              </a:defRPr>
            </a:pPr>
            <a:r>
              <a:rPr sz="2625" b="1">
                <a:solidFill>
                  <a:srgbClr val="000926"/>
                </a:solidFill>
                <a:latin typeface="Apple SD Gothic Neo"/>
                <a:ea typeface="Apple SD Gothic Neo"/>
                <a:cs typeface="Apple SD Gothic Neo"/>
              </a:rPr>
              <a:t>같은 정오, 서로 다른 두 장소</a:t>
            </a:r>
          </a:p>
        </p:txBody>
      </p:sp>
      <p:sp>
        <p:nvSpPr>
          <p:cNvPr id="6" name="">
            <a:extLst xmlns:a="http://schemas.openxmlformats.org/drawingml/2006/main">
              <a:ext uri="{FF2B5EF4-FFF2-40B4-BE49-F238E27FC236}">
                <a16:creationId xmlns:a16="http://schemas.microsoft.com/office/drawing/2014/main" id="{59DB9C4B-C374-4558-AC0F-A2068E6C3ED9}"/>
              </a:ext>
            </a:extLst>
          </p:cNvPr>
          <p:cNvSpPr>
            <a:spLocks xmlns:a="http://schemas.openxmlformats.org/drawingml/2006/main" noGrp="1"/>
          </p:cNvSpPr>
          <p:nvPr/>
        </p:nvSpPr>
        <p:spPr>
          <a:xfrm xmlns:a="http://schemas.openxmlformats.org/drawingml/2006/main">
            <a:off x="609600" y="3286125"/>
            <a:ext cx="504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내부 모순 1건을 제시하고</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관련 문단 2곳으로 연결</a:t>
            </a:r>
          </a:p>
        </p:txBody>
      </p:sp>
      <p:sp>
        <p:nvSpPr>
          <p:cNvPr id="7" name="">
            <a:extLst xmlns:a="http://schemas.openxmlformats.org/drawingml/2006/main">
              <a:ext uri="{FF2B5EF4-FFF2-40B4-BE49-F238E27FC236}">
                <a16:creationId xmlns:a16="http://schemas.microsoft.com/office/drawing/2014/main" id="{3168A893-EF0D-482E-9596-2645FDA765B1}"/>
              </a:ext>
            </a:extLst>
          </p:cNvPr>
          <p:cNvSpPr>
            <a:spLocks xmlns:a="http://schemas.openxmlformats.org/drawingml/2006/main" noGrp="1"/>
          </p:cNvSpPr>
          <p:nvPr/>
        </p:nvSpPr>
        <p:spPr>
          <a:xfrm xmlns:a="http://schemas.openxmlformats.org/drawingml/2006/main">
            <a:off x="609600" y="4619625"/>
            <a:ext cx="504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공개 회귀 10/10 일치</a:t>
            </a:r>
          </a:p>
        </p:txBody>
      </p:sp>
      <p:sp>
        <p:nvSpPr>
          <p:cNvPr id="8" name="">
            <a:extLst xmlns:a="http://schemas.openxmlformats.org/drawingml/2006/main">
              <a:ext uri="{FF2B5EF4-FFF2-40B4-BE49-F238E27FC236}">
                <a16:creationId xmlns:a16="http://schemas.microsoft.com/office/drawing/2014/main" id="{5E44A463-840B-4FF8-BF11-535E6394B32A}"/>
              </a:ext>
            </a:extLst>
          </p:cNvPr>
          <p:cNvSpPr>
            <a:spLocks xmlns:a="http://schemas.openxmlformats.org/drawingml/2006/main" noGrp="1"/>
          </p:cNvSpPr>
          <p:nvPr/>
        </p:nvSpPr>
        <p:spPr>
          <a:xfrm xmlns:a="http://schemas.openxmlformats.org/drawingml/2006/main">
            <a:off x="609600" y="5153025"/>
            <a:ext cx="5048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26A84"/>
                </a:solidFill>
                <a:latin typeface="Apple SD Gothic Neo"/>
                <a:ea typeface="Apple SD Gothic Neo"/>
                <a:cs typeface="Apple SD Gothic Neo"/>
              </a:defRPr>
            </a:defPPr>
            <a:lvl1pPr>
              <a:buNone/>
              <a:defRPr sz="1800" b="0">
                <a:solidFill>
                  <a:srgbClr val="526A84"/>
                </a:solidFill>
                <a:latin typeface="Apple SD Gothic Neo"/>
                <a:ea typeface="Apple SD Gothic Neo"/>
                <a:cs typeface="Apple SD Gothic Neo"/>
              </a:defRPr>
            </a:lvl1pPr>
            <a:lvl2pPr>
              <a:buNone/>
              <a:defRPr sz="1800" b="0">
                <a:solidFill>
                  <a:srgbClr val="526A84"/>
                </a:solidFill>
                <a:latin typeface="Apple SD Gothic Neo"/>
                <a:ea typeface="Apple SD Gothic Neo"/>
                <a:cs typeface="Apple SD Gothic Neo"/>
              </a:defRPr>
            </a:lvl2pPr>
            <a:lvl3pPr>
              <a:buNone/>
              <a:defRPr sz="1800" b="0">
                <a:solidFill>
                  <a:srgbClr val="526A84"/>
                </a:solidFill>
                <a:latin typeface="Apple SD Gothic Neo"/>
                <a:ea typeface="Apple SD Gothic Neo"/>
                <a:cs typeface="Apple SD Gothic Neo"/>
              </a:defRPr>
            </a:lvl3pPr>
            <a:lvl4pPr>
              <a:buNone/>
              <a:defRPr sz="1800" b="0">
                <a:solidFill>
                  <a:srgbClr val="526A84"/>
                </a:solidFill>
                <a:latin typeface="Apple SD Gothic Neo"/>
                <a:ea typeface="Apple SD Gothic Neo"/>
                <a:cs typeface="Apple SD Gothic Neo"/>
              </a:defRPr>
            </a:lvl4pPr>
            <a:lvl5pPr>
              <a:buNone/>
              <a:defRPr sz="1800" b="0">
                <a:solidFill>
                  <a:srgbClr val="526A84"/>
                </a:solidFill>
                <a:latin typeface="Apple SD Gothic Neo"/>
                <a:ea typeface="Apple SD Gothic Neo"/>
                <a:cs typeface="Apple SD Gothic Neo"/>
              </a:defRPr>
            </a:lvl5pPr>
            <a:lvl6pPr>
              <a:buNone/>
              <a:defRPr sz="1800" b="0">
                <a:solidFill>
                  <a:srgbClr val="526A84"/>
                </a:solidFill>
                <a:latin typeface="Apple SD Gothic Neo"/>
                <a:ea typeface="Apple SD Gothic Neo"/>
                <a:cs typeface="Apple SD Gothic Neo"/>
              </a:defRPr>
            </a:lvl6pPr>
            <a:lvl7pPr>
              <a:buNone/>
              <a:defRPr sz="1800" b="0">
                <a:solidFill>
                  <a:srgbClr val="526A84"/>
                </a:solidFill>
                <a:latin typeface="Apple SD Gothic Neo"/>
                <a:ea typeface="Apple SD Gothic Neo"/>
                <a:cs typeface="Apple SD Gothic Neo"/>
              </a:defRPr>
            </a:lvl7pPr>
            <a:lvl8pPr>
              <a:buNone/>
              <a:defRPr sz="1800" b="0">
                <a:solidFill>
                  <a:srgbClr val="526A84"/>
                </a:solidFill>
                <a:latin typeface="Apple SD Gothic Neo"/>
                <a:ea typeface="Apple SD Gothic Neo"/>
                <a:cs typeface="Apple SD Gothic Neo"/>
              </a:defRPr>
            </a:lvl8pPr>
            <a:lvl9pPr>
              <a:buNone/>
              <a:defRPr sz="1800" b="0">
                <a:solidFill>
                  <a:srgbClr val="526A84"/>
                </a:solidFill>
                <a:latin typeface="Apple SD Gothic Neo"/>
                <a:ea typeface="Apple SD Gothic Neo"/>
                <a:cs typeface="Apple SD Gothic Neo"/>
              </a:defRPr>
            </a:lvl9pPr>
          </a:lstStyle>
          <a:p xmlns:a="http://schemas.openxmlformats.org/drawingml/2006/main">
            <a:pPr>
              <a:buNone/>
              <a:defRPr sz="1800" b="0">
                <a:solidFill>
                  <a:srgbClr val="526A84"/>
                </a:solidFill>
                <a:latin typeface="Apple SD Gothic Neo"/>
                <a:ea typeface="Apple SD Gothic Neo"/>
                <a:cs typeface="Apple SD Gothic Neo"/>
              </a:defRPr>
            </a:pPr>
            <a:r>
              <a:rPr sz="1800" b="0">
                <a:solidFill>
                  <a:srgbClr val="526A84"/>
                </a:solidFill>
                <a:latin typeface="Apple SD Gothic Neo"/>
                <a:ea typeface="Apple SD Gothic Neo"/>
                <a:cs typeface="Apple SD Gothic Neo"/>
              </a:rPr>
              <a:t>정상 예외 6건과 실제 문제 4건</a:t>
            </a:r>
          </a:p>
          <a:p xmlns:a="http://schemas.openxmlformats.org/drawingml/2006/main">
            <a:pPr>
              <a:buNone/>
              <a:defRPr sz="1800" b="0">
                <a:solidFill>
                  <a:srgbClr val="526A84"/>
                </a:solidFill>
                <a:latin typeface="Apple SD Gothic Neo"/>
                <a:ea typeface="Apple SD Gothic Neo"/>
                <a:cs typeface="Apple SD Gothic Neo"/>
              </a:defRPr>
            </a:pPr>
            <a:r>
              <a:rPr sz="1800" b="0">
                <a:solidFill>
                  <a:srgbClr val="526A84"/>
                </a:solidFill>
                <a:latin typeface="Apple SD Gothic Neo"/>
                <a:ea typeface="Apple SD Gothic Neo"/>
                <a:cs typeface="Apple SD Gothic Neo"/>
              </a:rPr>
              <a:t>소규모 회귀 검사이며 일반 정확도는 아님</a:t>
            </a:r>
          </a:p>
        </p:txBody>
      </p:sp>
      <p:pic>
        <p:nvPicPr>
          <p:cNvPr id="9" name="">
            <a:extLst xmlns:a="http://schemas.openxmlformats.org/drawingml/2006/main">
              <a:ext uri="{FF2B5EF4-FFF2-40B4-BE49-F238E27FC236}">
                <a16:creationId xmlns:a16="http://schemas.microsoft.com/office/drawing/2014/main" id="{55B94A34-757F-49E7-83F1-7A00A571D6F4}"/>
              </a:ext>
            </a:extLst>
          </p:cNvPr>
          <p:cNvPicPr>
            <a:picLocks xmlns:a="http://schemas.openxmlformats.org/drawingml/2006/main" noChangeAspect="1"/>
          </p:cNvPicPr>
          <p:nvPr/>
        </p:nvPicPr>
        <p:blipFill>
          <a:blip xmlns:r="http://schemas.openxmlformats.org/officeDocument/2006/relationships" xmlns:a="http://schemas.openxmlformats.org/drawingml/2006/main" r:embed="R88ec5710520948ec"/>
          <a:srcRect xmlns:a="http://schemas.openxmlformats.org/drawingml/2006/main" l="24000" t="26000" r="25000" b="24000"/>
          <a:stretch xmlns:a="http://schemas.openxmlformats.org/drawingml/2006/main"/>
        </p:blipFill>
        <p:spPr>
          <a:xfrm xmlns:a="http://schemas.openxmlformats.org/drawingml/2006/main">
            <a:off x="6000750" y="1381125"/>
            <a:ext cx="5572125" cy="4667250"/>
          </a:xfrm>
          <a:prstGeom xmlns:a="http://schemas.openxmlformats.org/drawingml/2006/main" prst="rect">
            <a:avLst/>
          </a:prstGeom>
        </p:spPr>
      </p:pic>
    </p:spTree>
    <p:extLst>
      <p:ext uri="{BB962C8B-B14F-4D97-AF65-F5344CB8AC3E}">
        <p14:creationId xmlns:p14="http://schemas.microsoft.com/office/powerpoint/2010/main" val="2058680396"/>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6903A1D6-47D0-4803-84EC-CE206F345A42}"/>
              </a:ext>
            </a:extLst>
          </p:cNvPr>
          <p:cNvCxnSpPr>
            <a:stCxn xmlns:a="http://schemas.openxmlformats.org/drawingml/2006/main" id="6" idx="2"/>
            <a:endCxn xmlns:a="http://schemas.openxmlformats.org/drawingml/2006/main" id="8" idx="0"/>
          </p:cNvCxnSpPr>
          <p:nvPr/>
        </p:nvCxnSpPr>
        <p:spPr>
          <a:xfrm xmlns:a="http://schemas.openxmlformats.org/drawingml/2006/main">
            <a:off x="1628775" y="4019550"/>
            <a:ext cx="0" cy="91440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11" name="">
            <a:extLst xmlns:a="http://schemas.openxmlformats.org/drawingml/2006/main">
              <a:ext uri="{FF2B5EF4-FFF2-40B4-BE49-F238E27FC236}">
                <a16:creationId xmlns:a16="http://schemas.microsoft.com/office/drawing/2014/main" id="{8441AB48-23EF-401C-B669-F29B809AA844}"/>
              </a:ext>
            </a:extLst>
          </p:cNvPr>
          <p:cNvCxnSpPr>
            <a:stCxn xmlns:a="http://schemas.openxmlformats.org/drawingml/2006/main" id="7" idx="2"/>
            <a:endCxn xmlns:a="http://schemas.openxmlformats.org/drawingml/2006/main" id="6" idx="2"/>
          </p:cNvCxnSpPr>
          <p:nvPr/>
        </p:nvCxnSpPr>
        <p:spPr>
          <a:xfrm xmlns:a="http://schemas.openxmlformats.org/drawingml/2006/main" flipH="1">
            <a:off x="1628775" y="4019550"/>
            <a:ext cx="2628900" cy="228600"/>
          </a:xfrm>
          <a:prstGeom xmlns:a="http://schemas.openxmlformats.org/drawingml/2006/main" prst="bentConnector4">
            <a:avLst/>
          </a:prstGeom>
          <a:ln xmlns:a="http://schemas.openxmlformats.org/drawingml/2006/main" w="19050">
            <a:solidFill>
              <a:srgbClr val="0F52BA"/>
            </a:solidFill>
            <a:tailEnd type="arrow" w="med" len="med"/>
          </a:ln>
        </p:spPr>
      </p:cxnSp>
      <p:cxnSp>
        <p:nvCxnSpPr>
          <p:cNvPr id="10" name="">
            <a:extLst xmlns:a="http://schemas.openxmlformats.org/drawingml/2006/main">
              <a:ext uri="{FF2B5EF4-FFF2-40B4-BE49-F238E27FC236}">
                <a16:creationId xmlns:a16="http://schemas.microsoft.com/office/drawing/2014/main" id="{6DEEB057-4E0B-43F9-80BD-5D58E4C4DBC7}"/>
              </a:ext>
            </a:extLst>
          </p:cNvPr>
          <p:cNvCxnSpPr>
            <a:stCxn xmlns:a="http://schemas.openxmlformats.org/drawingml/2006/main" id="6" idx="3"/>
            <a:endCxn xmlns:a="http://schemas.openxmlformats.org/drawingml/2006/main" id="7" idx="1"/>
          </p:cNvCxnSpPr>
          <p:nvPr/>
        </p:nvCxnSpPr>
        <p:spPr>
          <a:xfrm xmlns:a="http://schemas.openxmlformats.org/drawingml/2006/main">
            <a:off x="2533650" y="3695700"/>
            <a:ext cx="819150" cy="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9" name="">
            <a:extLst xmlns:a="http://schemas.openxmlformats.org/drawingml/2006/main">
              <a:ext uri="{FF2B5EF4-FFF2-40B4-BE49-F238E27FC236}">
                <a16:creationId xmlns:a16="http://schemas.microsoft.com/office/drawing/2014/main" id="{155861BC-F85F-4096-8998-4F1042AF56F9}"/>
              </a:ext>
            </a:extLst>
          </p:cNvPr>
          <p:cNvCxnSpPr>
            <a:stCxn xmlns:a="http://schemas.openxmlformats.org/drawingml/2006/main" id="5" idx="2"/>
            <a:endCxn xmlns:a="http://schemas.openxmlformats.org/drawingml/2006/main" id="6" idx="0"/>
          </p:cNvCxnSpPr>
          <p:nvPr/>
        </p:nvCxnSpPr>
        <p:spPr>
          <a:xfrm xmlns:a="http://schemas.openxmlformats.org/drawingml/2006/main">
            <a:off x="1628775" y="2800350"/>
            <a:ext cx="0" cy="571500"/>
          </a:xfrm>
          <a:prstGeom xmlns:a="http://schemas.openxmlformats.org/drawingml/2006/main" prst="straightConnector1">
            <a:avLst/>
          </a:prstGeom>
          <a:ln xmlns:a="http://schemas.openxmlformats.org/drawingml/2006/main" w="19050">
            <a:solidFill>
              <a:srgbClr val="0F52BA"/>
            </a:solidFill>
            <a:tailEnd type="arrow" w="med" len="med"/>
          </a:ln>
        </p:spPr>
      </p:cxnSp>
      <p:sp>
        <p:nvSpPr>
          <p:cNvPr id="19" name="">
            <a:extLst xmlns:a="http://schemas.openxmlformats.org/drawingml/2006/main">
              <a:ext uri="{FF2B5EF4-FFF2-40B4-BE49-F238E27FC236}">
                <a16:creationId xmlns:a16="http://schemas.microsoft.com/office/drawing/2014/main" id="{F068AD9E-6A4E-425E-9124-E4B8C4085A3C}"/>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Agent Graph의 실행 경로와 종료 조건</a:t>
            </a:r>
          </a:p>
        </p:txBody>
      </p:sp>
      <p:sp>
        <p:nvSpPr>
          <p:cNvPr id="2" name="">
            <a:extLst xmlns:a="http://schemas.openxmlformats.org/drawingml/2006/main">
              <a:ext uri="{FF2B5EF4-FFF2-40B4-BE49-F238E27FC236}">
                <a16:creationId xmlns:a16="http://schemas.microsoft.com/office/drawing/2014/main" id="{DDDB36D9-611E-4960-910C-6848CA1D6ABA}"/>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4/7</a:t>
            </a:r>
          </a:p>
        </p:txBody>
      </p:sp>
      <p:sp>
        <p:nvSpPr>
          <p:cNvPr id="3" name="">
            <a:extLst xmlns:a="http://schemas.openxmlformats.org/drawingml/2006/main">
              <a:ext uri="{FF2B5EF4-FFF2-40B4-BE49-F238E27FC236}">
                <a16:creationId xmlns:a16="http://schemas.microsoft.com/office/drawing/2014/main" id="{0989360D-8DA2-46B4-A0B7-9A277F0C31B2}"/>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9F7D7BD-80DB-4B6A-9AC7-6C3C9BB06684}"/>
              </a:ext>
            </a:extLst>
          </p:cNvPr>
          <p:cNvSpPr>
            <a:spLocks xmlns:a="http://schemas.openxmlformats.org/drawingml/2006/main" noGrp="1"/>
          </p:cNvSpPr>
          <p:nvPr/>
        </p:nvSpPr>
        <p:spPr>
          <a:xfrm xmlns:a="http://schemas.openxmlformats.org/drawingml/2006/main">
            <a:off x="609600" y="13049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00" b="1">
                <a:solidFill>
                  <a:srgbClr val="0F52BA"/>
                </a:solidFill>
                <a:latin typeface="Apple SD Gothic Neo"/>
                <a:ea typeface="Apple SD Gothic Neo"/>
                <a:cs typeface="Apple SD Gothic Neo"/>
              </a:defRPr>
            </a:lvl1pPr>
            <a:lvl2pPr>
              <a:buNone/>
              <a:defRPr sz="2100" b="1">
                <a:solidFill>
                  <a:srgbClr val="0F52BA"/>
                </a:solidFill>
                <a:latin typeface="Apple SD Gothic Neo"/>
                <a:ea typeface="Apple SD Gothic Neo"/>
                <a:cs typeface="Apple SD Gothic Neo"/>
              </a:defRPr>
            </a:lvl2pPr>
            <a:lvl3pPr>
              <a:buNone/>
              <a:defRPr sz="2100" b="1">
                <a:solidFill>
                  <a:srgbClr val="0F52BA"/>
                </a:solidFill>
                <a:latin typeface="Apple SD Gothic Neo"/>
                <a:ea typeface="Apple SD Gothic Neo"/>
                <a:cs typeface="Apple SD Gothic Neo"/>
              </a:defRPr>
            </a:lvl3pPr>
            <a:lvl4pPr>
              <a:buNone/>
              <a:defRPr sz="2100" b="1">
                <a:solidFill>
                  <a:srgbClr val="0F52BA"/>
                </a:solidFill>
                <a:latin typeface="Apple SD Gothic Neo"/>
                <a:ea typeface="Apple SD Gothic Neo"/>
                <a:cs typeface="Apple SD Gothic Neo"/>
              </a:defRPr>
            </a:lvl4pPr>
            <a:lvl5pPr>
              <a:buNone/>
              <a:defRPr sz="2100" b="1">
                <a:solidFill>
                  <a:srgbClr val="0F52BA"/>
                </a:solidFill>
                <a:latin typeface="Apple SD Gothic Neo"/>
                <a:ea typeface="Apple SD Gothic Neo"/>
                <a:cs typeface="Apple SD Gothic Neo"/>
              </a:defRPr>
            </a:lvl5pPr>
            <a:lvl6pPr>
              <a:buNone/>
              <a:defRPr sz="2100" b="1">
                <a:solidFill>
                  <a:srgbClr val="0F52BA"/>
                </a:solidFill>
                <a:latin typeface="Apple SD Gothic Neo"/>
                <a:ea typeface="Apple SD Gothic Neo"/>
                <a:cs typeface="Apple SD Gothic Neo"/>
              </a:defRPr>
            </a:lvl6pPr>
            <a:lvl7pPr>
              <a:buNone/>
              <a:defRPr sz="2100" b="1">
                <a:solidFill>
                  <a:srgbClr val="0F52BA"/>
                </a:solidFill>
                <a:latin typeface="Apple SD Gothic Neo"/>
                <a:ea typeface="Apple SD Gothic Neo"/>
                <a:cs typeface="Apple SD Gothic Neo"/>
              </a:defRPr>
            </a:lvl7pPr>
            <a:lvl8pPr>
              <a:buNone/>
              <a:defRPr sz="2100" b="1">
                <a:solidFill>
                  <a:srgbClr val="0F52BA"/>
                </a:solidFill>
                <a:latin typeface="Apple SD Gothic Neo"/>
                <a:ea typeface="Apple SD Gothic Neo"/>
                <a:cs typeface="Apple SD Gothic Neo"/>
              </a:defRPr>
            </a:lvl8pPr>
            <a:lvl9pPr>
              <a:buNone/>
              <a:defRPr sz="2100"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설정 분석은 그래프 실행 전에 수행</a:t>
            </a:r>
          </a:p>
        </p:txBody>
      </p:sp>
      <p:sp>
        <p:nvSpPr>
          <p:cNvPr id="5" name="">
            <a:extLst xmlns:a="http://schemas.openxmlformats.org/drawingml/2006/main">
              <a:ext uri="{FF2B5EF4-FFF2-40B4-BE49-F238E27FC236}">
                <a16:creationId xmlns:a16="http://schemas.microsoft.com/office/drawing/2014/main" id="{8F014FAD-BB71-4E4F-A9B3-991B92529A2D}"/>
              </a:ext>
            </a:extLst>
          </p:cNvPr>
          <p:cNvSpPr>
            <a:spLocks xmlns:a="http://schemas.openxmlformats.org/drawingml/2006/main" noGrp="1"/>
          </p:cNvSpPr>
          <p:nvPr/>
        </p:nvSpPr>
        <p:spPr>
          <a:xfrm xmlns:a="http://schemas.openxmlformats.org/drawingml/2006/main">
            <a:off x="723900" y="21526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초안 생성</a:t>
            </a:r>
          </a:p>
        </p:txBody>
      </p:sp>
      <p:sp>
        <p:nvSpPr>
          <p:cNvPr id="6" name="">
            <a:extLst xmlns:a="http://schemas.openxmlformats.org/drawingml/2006/main">
              <a:ext uri="{FF2B5EF4-FFF2-40B4-BE49-F238E27FC236}">
                <a16:creationId xmlns:a16="http://schemas.microsoft.com/office/drawing/2014/main" id="{84BEC76B-9AEE-4D21-BABA-CCBFAC3EE87B}"/>
              </a:ext>
            </a:extLst>
          </p:cNvPr>
          <p:cNvSpPr>
            <a:spLocks xmlns:a="http://schemas.openxmlformats.org/drawingml/2006/main" noGrp="1"/>
          </p:cNvSpPr>
          <p:nvPr/>
        </p:nvSpPr>
        <p:spPr>
          <a:xfrm xmlns:a="http://schemas.openxmlformats.org/drawingml/2006/main">
            <a:off x="7239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검토</a:t>
            </a:r>
          </a:p>
        </p:txBody>
      </p:sp>
      <p:sp>
        <p:nvSpPr>
          <p:cNvPr id="7" name="">
            <a:extLst xmlns:a="http://schemas.openxmlformats.org/drawingml/2006/main">
              <a:ext uri="{FF2B5EF4-FFF2-40B4-BE49-F238E27FC236}">
                <a16:creationId xmlns:a16="http://schemas.microsoft.com/office/drawing/2014/main" id="{6484CF75-6701-4FB7-B0ED-BB768556B01B}"/>
              </a:ext>
            </a:extLst>
          </p:cNvPr>
          <p:cNvSpPr>
            <a:spLocks xmlns:a="http://schemas.openxmlformats.org/drawingml/2006/main" noGrp="1"/>
          </p:cNvSpPr>
          <p:nvPr/>
        </p:nvSpPr>
        <p:spPr>
          <a:xfrm xmlns:a="http://schemas.openxmlformats.org/drawingml/2006/main">
            <a:off x="33528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1회 수정</a:t>
            </a:r>
          </a:p>
        </p:txBody>
      </p:sp>
      <p:sp>
        <p:nvSpPr>
          <p:cNvPr id="8" name="">
            <a:extLst xmlns:a="http://schemas.openxmlformats.org/drawingml/2006/main">
              <a:ext uri="{FF2B5EF4-FFF2-40B4-BE49-F238E27FC236}">
                <a16:creationId xmlns:a16="http://schemas.microsoft.com/office/drawing/2014/main" id="{E4AF996A-A0CC-4A04-8D10-D351759931C0}"/>
              </a:ext>
            </a:extLst>
          </p:cNvPr>
          <p:cNvSpPr>
            <a:spLocks xmlns:a="http://schemas.openxmlformats.org/drawingml/2006/main" noGrp="1"/>
          </p:cNvSpPr>
          <p:nvPr/>
        </p:nvSpPr>
        <p:spPr>
          <a:xfrm xmlns:a="http://schemas.openxmlformats.org/drawingml/2006/main">
            <a:off x="723900" y="49339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종료</a:t>
            </a:r>
          </a:p>
        </p:txBody>
      </p:sp>
      <p:sp>
        <p:nvSpPr>
          <p:cNvPr id="13" name="">
            <a:extLst xmlns:a="http://schemas.openxmlformats.org/drawingml/2006/main">
              <a:ext uri="{FF2B5EF4-FFF2-40B4-BE49-F238E27FC236}">
                <a16:creationId xmlns:a16="http://schemas.microsoft.com/office/drawing/2014/main" id="{F8314628-D6B3-42AC-96C1-E3E1FA589B6F}"/>
              </a:ext>
            </a:extLst>
          </p:cNvPr>
          <p:cNvSpPr>
            <a:spLocks xmlns:a="http://schemas.openxmlformats.org/drawingml/2006/main" noGrp="1"/>
          </p:cNvSpPr>
          <p:nvPr/>
        </p:nvSpPr>
        <p:spPr>
          <a:xfrm xmlns:a="http://schemas.openxmlformats.org/drawingml/2006/main">
            <a:off x="723900" y="5810250"/>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원문 검토는 검토 노드부터 시작</a:t>
            </a:r>
          </a:p>
        </p:txBody>
      </p:sp>
      <p:sp>
        <p:nvSpPr>
          <p:cNvPr id="14" name="">
            <a:extLst xmlns:a="http://schemas.openxmlformats.org/drawingml/2006/main">
              <a:ext uri="{FF2B5EF4-FFF2-40B4-BE49-F238E27FC236}">
                <a16:creationId xmlns:a16="http://schemas.microsoft.com/office/drawing/2014/main" id="{68AF431F-D9C3-4F6C-8128-D9C512FC5E6F}"/>
              </a:ext>
            </a:extLst>
          </p:cNvPr>
          <p:cNvSpPr>
            <a:spLocks xmlns:a="http://schemas.openxmlformats.org/drawingml/2006/main" noGrp="1"/>
          </p:cNvSpPr>
          <p:nvPr/>
        </p:nvSpPr>
        <p:spPr>
          <a:xfrm xmlns:a="http://schemas.openxmlformats.org/drawingml/2006/main">
            <a:off x="2762250" y="292417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26A84"/>
                </a:solidFill>
                <a:latin typeface="Apple SD Gothic Neo"/>
                <a:ea typeface="Apple SD Gothic Neo"/>
                <a:cs typeface="Apple SD Gothic Neo"/>
              </a:defRPr>
            </a:defPPr>
            <a:lvl1pPr>
              <a:buNone/>
              <a:defRPr sz="1650" b="0">
                <a:solidFill>
                  <a:srgbClr val="526A84"/>
                </a:solidFill>
                <a:latin typeface="Apple SD Gothic Neo"/>
                <a:ea typeface="Apple SD Gothic Neo"/>
                <a:cs typeface="Apple SD Gothic Neo"/>
              </a:defRPr>
            </a:lvl1pPr>
            <a:lvl2pPr>
              <a:buNone/>
              <a:defRPr sz="1650" b="0">
                <a:solidFill>
                  <a:srgbClr val="526A84"/>
                </a:solidFill>
                <a:latin typeface="Apple SD Gothic Neo"/>
                <a:ea typeface="Apple SD Gothic Neo"/>
                <a:cs typeface="Apple SD Gothic Neo"/>
              </a:defRPr>
            </a:lvl2pPr>
            <a:lvl3pPr>
              <a:buNone/>
              <a:defRPr sz="1650" b="0">
                <a:solidFill>
                  <a:srgbClr val="526A84"/>
                </a:solidFill>
                <a:latin typeface="Apple SD Gothic Neo"/>
                <a:ea typeface="Apple SD Gothic Neo"/>
                <a:cs typeface="Apple SD Gothic Neo"/>
              </a:defRPr>
            </a:lvl3pPr>
            <a:lvl4pPr>
              <a:buNone/>
              <a:defRPr sz="1650" b="0">
                <a:solidFill>
                  <a:srgbClr val="526A84"/>
                </a:solidFill>
                <a:latin typeface="Apple SD Gothic Neo"/>
                <a:ea typeface="Apple SD Gothic Neo"/>
                <a:cs typeface="Apple SD Gothic Neo"/>
              </a:defRPr>
            </a:lvl4pPr>
            <a:lvl5pPr>
              <a:buNone/>
              <a:defRPr sz="1650" b="0">
                <a:solidFill>
                  <a:srgbClr val="526A84"/>
                </a:solidFill>
                <a:latin typeface="Apple SD Gothic Neo"/>
                <a:ea typeface="Apple SD Gothic Neo"/>
                <a:cs typeface="Apple SD Gothic Neo"/>
              </a:defRPr>
            </a:lvl5pPr>
            <a:lvl6pPr>
              <a:buNone/>
              <a:defRPr sz="1650" b="0">
                <a:solidFill>
                  <a:srgbClr val="526A84"/>
                </a:solidFill>
                <a:latin typeface="Apple SD Gothic Neo"/>
                <a:ea typeface="Apple SD Gothic Neo"/>
                <a:cs typeface="Apple SD Gothic Neo"/>
              </a:defRPr>
            </a:lvl6pPr>
            <a:lvl7pPr>
              <a:buNone/>
              <a:defRPr sz="1650" b="0">
                <a:solidFill>
                  <a:srgbClr val="526A84"/>
                </a:solidFill>
                <a:latin typeface="Apple SD Gothic Neo"/>
                <a:ea typeface="Apple SD Gothic Neo"/>
                <a:cs typeface="Apple SD Gothic Neo"/>
              </a:defRPr>
            </a:lvl7pPr>
            <a:lvl8pPr>
              <a:buNone/>
              <a:defRPr sz="1650" b="0">
                <a:solidFill>
                  <a:srgbClr val="526A84"/>
                </a:solidFill>
                <a:latin typeface="Apple SD Gothic Neo"/>
                <a:ea typeface="Apple SD Gothic Neo"/>
                <a:cs typeface="Apple SD Gothic Neo"/>
              </a:defRPr>
            </a:lvl8pPr>
            <a:lvl9pPr>
              <a:buNone/>
              <a:defRPr sz="1650" b="0">
                <a:solidFill>
                  <a:srgbClr val="526A84"/>
                </a:solidFill>
                <a:latin typeface="Apple SD Gothic Neo"/>
                <a:ea typeface="Apple SD Gothic Neo"/>
                <a:cs typeface="Apple SD Gothic Neo"/>
              </a:defRPr>
            </a:lvl9pPr>
          </a:lstStyle>
          <a:p xmlns:a="http://schemas.openxmlformats.org/drawingml/2006/main">
            <a:pPr>
              <a:buNone/>
              <a:defRPr sz="1650" b="0">
                <a:solidFill>
                  <a:srgbClr val="526A84"/>
                </a:solidFill>
                <a:latin typeface="Apple SD Gothic Neo"/>
                <a:ea typeface="Apple SD Gothic Neo"/>
                <a:cs typeface="Apple SD Gothic Neo"/>
              </a:defRPr>
            </a:pPr>
            <a:r>
              <a:rPr sz="1650" b="0">
                <a:solidFill>
                  <a:srgbClr val="526A84"/>
                </a:solidFill>
                <a:latin typeface="Apple SD Gothic Neo"/>
                <a:ea typeface="Apple SD Gothic Neo"/>
                <a:cs typeface="Apple SD Gothic Neo"/>
              </a:rPr>
              <a:t>수정 가능 문제 + 미수정</a:t>
            </a:r>
          </a:p>
        </p:txBody>
      </p:sp>
      <p:sp>
        <p:nvSpPr>
          <p:cNvPr id="15" name="">
            <a:extLst xmlns:a="http://schemas.openxmlformats.org/drawingml/2006/main">
              <a:ext uri="{FF2B5EF4-FFF2-40B4-BE49-F238E27FC236}">
                <a16:creationId xmlns:a16="http://schemas.microsoft.com/office/drawing/2014/main" id="{F545E5F3-361F-4E4B-9507-9D4C1AA451F1}"/>
              </a:ext>
            </a:extLst>
          </p:cNvPr>
          <p:cNvSpPr>
            <a:spLocks xmlns:a="http://schemas.openxmlformats.org/drawingml/2006/main" noGrp="1"/>
          </p:cNvSpPr>
          <p:nvPr/>
        </p:nvSpPr>
        <p:spPr>
          <a:xfrm xmlns:a="http://schemas.openxmlformats.org/drawingml/2006/main">
            <a:off x="2676525" y="5048250"/>
            <a:ext cx="2952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수정 불필요 / 수정 완료</a:t>
            </a:r>
          </a:p>
        </p:txBody>
      </p:sp>
      <p:sp>
        <p:nvSpPr>
          <p:cNvPr id="16" name="">
            <a:extLst xmlns:a="http://schemas.openxmlformats.org/drawingml/2006/main">
              <a:ext uri="{FF2B5EF4-FFF2-40B4-BE49-F238E27FC236}">
                <a16:creationId xmlns:a16="http://schemas.microsoft.com/office/drawing/2014/main" id="{336DC792-CD17-4731-896D-868CB0B4361C}"/>
              </a:ext>
            </a:extLst>
          </p:cNvPr>
          <p:cNvSpPr>
            <a:spLocks xmlns:a="http://schemas.openxmlformats.org/drawingml/2006/main" noGrp="1"/>
          </p:cNvSpPr>
          <p:nvPr/>
        </p:nvSpPr>
        <p:spPr>
          <a:xfrm xmlns:a="http://schemas.openxmlformats.org/drawingml/2006/main">
            <a:off x="6038850" y="1857375"/>
            <a:ext cx="5524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backend/workflow.py:86–95  발췌</a:t>
            </a:r>
          </a:p>
        </p:txBody>
      </p:sp>
      <p:sp>
        <p:nvSpPr>
          <p:cNvPr id="17" name="">
            <a:extLst xmlns:a="http://schemas.openxmlformats.org/drawingml/2006/main">
              <a:ext uri="{FF2B5EF4-FFF2-40B4-BE49-F238E27FC236}">
                <a16:creationId xmlns:a16="http://schemas.microsoft.com/office/drawing/2014/main" id="{C7B774F4-EEBF-49D0-BBA8-C07111334669}"/>
              </a:ext>
            </a:extLst>
          </p:cNvPr>
          <p:cNvSpPr>
            <a:spLocks xmlns:a="http://schemas.openxmlformats.org/drawingml/2006/main" noGrp="1"/>
          </p:cNvSpPr>
          <p:nvPr/>
        </p:nvSpPr>
        <p:spPr>
          <a:xfrm xmlns:a="http://schemas.openxmlformats.org/drawingml/2006/main">
            <a:off x="6038850" y="2333625"/>
            <a:ext cx="5619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graph = StateGraph(State)</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graph.add_node("generate", generate)</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graph.add_node("review", inspect)</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graph.add_node("revise", revise)</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graph.add_conditional_edges(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"review", route,</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{"revise": "revise",</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"finish": "finish"})</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graph.add_edge("revise", "review")</a:t>
            </a:r>
          </a:p>
        </p:txBody>
      </p:sp>
      <p:sp>
        <p:nvSpPr>
          <p:cNvPr id="18" name="">
            <a:extLst xmlns:a="http://schemas.openxmlformats.org/drawingml/2006/main">
              <a:ext uri="{FF2B5EF4-FFF2-40B4-BE49-F238E27FC236}">
                <a16:creationId xmlns:a16="http://schemas.microsoft.com/office/drawing/2014/main" id="{839910CD-53B2-4711-9594-C7935F9987BF}"/>
              </a:ext>
            </a:extLst>
          </p:cNvPr>
          <p:cNvSpPr>
            <a:spLocks xmlns:a="http://schemas.openxmlformats.org/drawingml/2006/main" noGrp="1"/>
          </p:cNvSpPr>
          <p:nvPr/>
        </p:nvSpPr>
        <p:spPr>
          <a:xfrm xmlns:a="http://schemas.openxmlformats.org/drawingml/2006/main">
            <a:off x="6038850" y="5448300"/>
            <a:ext cx="5619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F52BA"/>
                </a:solidFill>
                <a:latin typeface="Apple SD Gothic Neo"/>
                <a:ea typeface="Apple SD Gothic Neo"/>
                <a:cs typeface="Apple SD Gothic Neo"/>
              </a:defRPr>
            </a:defPPr>
            <a:lvl1pPr>
              <a:buNone/>
              <a:defRPr sz="1875" b="1">
                <a:solidFill>
                  <a:srgbClr val="0F52BA"/>
                </a:solidFill>
                <a:latin typeface="Apple SD Gothic Neo"/>
                <a:ea typeface="Apple SD Gothic Neo"/>
                <a:cs typeface="Apple SD Gothic Neo"/>
              </a:defRPr>
            </a:lvl1pPr>
            <a:lvl2pPr>
              <a:buNone/>
              <a:defRPr sz="1875" b="1">
                <a:solidFill>
                  <a:srgbClr val="0F52BA"/>
                </a:solidFill>
                <a:latin typeface="Apple SD Gothic Neo"/>
                <a:ea typeface="Apple SD Gothic Neo"/>
                <a:cs typeface="Apple SD Gothic Neo"/>
              </a:defRPr>
            </a:lvl2pPr>
            <a:lvl3pPr>
              <a:buNone/>
              <a:defRPr sz="1875" b="1">
                <a:solidFill>
                  <a:srgbClr val="0F52BA"/>
                </a:solidFill>
                <a:latin typeface="Apple SD Gothic Neo"/>
                <a:ea typeface="Apple SD Gothic Neo"/>
                <a:cs typeface="Apple SD Gothic Neo"/>
              </a:defRPr>
            </a:lvl3pPr>
            <a:lvl4pPr>
              <a:buNone/>
              <a:defRPr sz="1875" b="1">
                <a:solidFill>
                  <a:srgbClr val="0F52BA"/>
                </a:solidFill>
                <a:latin typeface="Apple SD Gothic Neo"/>
                <a:ea typeface="Apple SD Gothic Neo"/>
                <a:cs typeface="Apple SD Gothic Neo"/>
              </a:defRPr>
            </a:lvl4pPr>
            <a:lvl5pPr>
              <a:buNone/>
              <a:defRPr sz="1875" b="1">
                <a:solidFill>
                  <a:srgbClr val="0F52BA"/>
                </a:solidFill>
                <a:latin typeface="Apple SD Gothic Neo"/>
                <a:ea typeface="Apple SD Gothic Neo"/>
                <a:cs typeface="Apple SD Gothic Neo"/>
              </a:defRPr>
            </a:lvl5pPr>
            <a:lvl6pPr>
              <a:buNone/>
              <a:defRPr sz="1875" b="1">
                <a:solidFill>
                  <a:srgbClr val="0F52BA"/>
                </a:solidFill>
                <a:latin typeface="Apple SD Gothic Neo"/>
                <a:ea typeface="Apple SD Gothic Neo"/>
                <a:cs typeface="Apple SD Gothic Neo"/>
              </a:defRPr>
            </a:lvl6pPr>
            <a:lvl7pPr>
              <a:buNone/>
              <a:defRPr sz="1875" b="1">
                <a:solidFill>
                  <a:srgbClr val="0F52BA"/>
                </a:solidFill>
                <a:latin typeface="Apple SD Gothic Neo"/>
                <a:ea typeface="Apple SD Gothic Neo"/>
                <a:cs typeface="Apple SD Gothic Neo"/>
              </a:defRPr>
            </a:lvl7pPr>
            <a:lvl8pPr>
              <a:buNone/>
              <a:defRPr sz="1875" b="1">
                <a:solidFill>
                  <a:srgbClr val="0F52BA"/>
                </a:solidFill>
                <a:latin typeface="Apple SD Gothic Neo"/>
                <a:ea typeface="Apple SD Gothic Neo"/>
                <a:cs typeface="Apple SD Gothic Neo"/>
              </a:defRPr>
            </a:lvl8pPr>
            <a:lvl9pPr>
              <a:buNone/>
              <a:defRPr sz="1875" b="1">
                <a:solidFill>
                  <a:srgbClr val="0F52BA"/>
                </a:solidFill>
                <a:latin typeface="Apple SD Gothic Neo"/>
                <a:ea typeface="Apple SD Gothic Neo"/>
                <a:cs typeface="Apple SD Gothic Neo"/>
              </a:defRPr>
            </a:lvl9pPr>
          </a:lstStyle>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route()는 코드로 다음 단계를 결정</a:t>
            </a:r>
          </a:p>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생성 정상 최대 5회 / 재시도 포함 최대 6회</a:t>
            </a:r>
          </a:p>
        </p:txBody>
      </p:sp>
    </p:spTree>
    <p:extLst>
      <p:ext uri="{BB962C8B-B14F-4D97-AF65-F5344CB8AC3E}">
        <p14:creationId xmlns:p14="http://schemas.microsoft.com/office/powerpoint/2010/main" val="662440657"/>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AA6E85-77A9-44FB-AC18-99B4C9CD9275}"/>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MCP로 실행 당시 원문 근거 재조회</a:t>
            </a:r>
          </a:p>
        </p:txBody>
      </p:sp>
      <p:sp>
        <p:nvSpPr>
          <p:cNvPr id="2" name="">
            <a:extLst xmlns:a="http://schemas.openxmlformats.org/drawingml/2006/main">
              <a:ext uri="{FF2B5EF4-FFF2-40B4-BE49-F238E27FC236}">
                <a16:creationId xmlns:a16="http://schemas.microsoft.com/office/drawing/2014/main" id="{7A3D797D-3602-49C3-91E9-84CA20367DC0}"/>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5/7</a:t>
            </a:r>
          </a:p>
        </p:txBody>
      </p:sp>
      <p:sp>
        <p:nvSpPr>
          <p:cNvPr id="3" name="">
            <a:extLst xmlns:a="http://schemas.openxmlformats.org/drawingml/2006/main">
              <a:ext uri="{FF2B5EF4-FFF2-40B4-BE49-F238E27FC236}">
                <a16:creationId xmlns:a16="http://schemas.microsoft.com/office/drawing/2014/main" id="{B7E9B39E-CB6F-426E-88C2-1F64CD1A4AB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4EC2F800-84B6-49FC-8280-1D5DAD1F46DA}"/>
              </a:ext>
            </a:extLst>
          </p:cNvPr>
          <p:cNvSpPr>
            <a:spLocks xmlns:a="http://schemas.openxmlformats.org/drawingml/2006/main" noGrp="1"/>
          </p:cNvSpPr>
          <p:nvPr/>
        </p:nvSpPr>
        <p:spPr>
          <a:xfrm xmlns:a="http://schemas.openxmlformats.org/drawingml/2006/main">
            <a:off x="609600" y="1419225"/>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0F52BA"/>
                </a:solidFill>
                <a:latin typeface="Menlo"/>
                <a:ea typeface="Menlo"/>
                <a:cs typeface="Menlo"/>
              </a:defRPr>
            </a:defPPr>
            <a:lvl1pPr>
              <a:buNone/>
              <a:defRPr sz="3450" b="1">
                <a:solidFill>
                  <a:srgbClr val="0F52BA"/>
                </a:solidFill>
                <a:latin typeface="Menlo"/>
                <a:ea typeface="Menlo"/>
                <a:cs typeface="Menlo"/>
              </a:defRPr>
            </a:lvl1pPr>
            <a:lvl2pPr>
              <a:buNone/>
              <a:defRPr sz="3450" b="1">
                <a:solidFill>
                  <a:srgbClr val="0F52BA"/>
                </a:solidFill>
                <a:latin typeface="Menlo"/>
                <a:ea typeface="Menlo"/>
                <a:cs typeface="Menlo"/>
              </a:defRPr>
            </a:lvl2pPr>
            <a:lvl3pPr>
              <a:buNone/>
              <a:defRPr sz="3450" b="1">
                <a:solidFill>
                  <a:srgbClr val="0F52BA"/>
                </a:solidFill>
                <a:latin typeface="Menlo"/>
                <a:ea typeface="Menlo"/>
                <a:cs typeface="Menlo"/>
              </a:defRPr>
            </a:lvl3pPr>
            <a:lvl4pPr>
              <a:buNone/>
              <a:defRPr sz="3450" b="1">
                <a:solidFill>
                  <a:srgbClr val="0F52BA"/>
                </a:solidFill>
                <a:latin typeface="Menlo"/>
                <a:ea typeface="Menlo"/>
                <a:cs typeface="Menlo"/>
              </a:defRPr>
            </a:lvl4pPr>
            <a:lvl5pPr>
              <a:buNone/>
              <a:defRPr sz="3450" b="1">
                <a:solidFill>
                  <a:srgbClr val="0F52BA"/>
                </a:solidFill>
                <a:latin typeface="Menlo"/>
                <a:ea typeface="Menlo"/>
                <a:cs typeface="Menlo"/>
              </a:defRPr>
            </a:lvl5pPr>
            <a:lvl6pPr>
              <a:buNone/>
              <a:defRPr sz="3450" b="1">
                <a:solidFill>
                  <a:srgbClr val="0F52BA"/>
                </a:solidFill>
                <a:latin typeface="Menlo"/>
                <a:ea typeface="Menlo"/>
                <a:cs typeface="Menlo"/>
              </a:defRPr>
            </a:lvl6pPr>
            <a:lvl7pPr>
              <a:buNone/>
              <a:defRPr sz="3450" b="1">
                <a:solidFill>
                  <a:srgbClr val="0F52BA"/>
                </a:solidFill>
                <a:latin typeface="Menlo"/>
                <a:ea typeface="Menlo"/>
                <a:cs typeface="Menlo"/>
              </a:defRPr>
            </a:lvl7pPr>
            <a:lvl8pPr>
              <a:buNone/>
              <a:defRPr sz="3450" b="1">
                <a:solidFill>
                  <a:srgbClr val="0F52BA"/>
                </a:solidFill>
                <a:latin typeface="Menlo"/>
                <a:ea typeface="Menlo"/>
                <a:cs typeface="Menlo"/>
              </a:defRPr>
            </a:lvl8pPr>
            <a:lvl9pPr>
              <a:buNone/>
              <a:defRPr sz="3450" b="1">
                <a:solidFill>
                  <a:srgbClr val="0F52BA"/>
                </a:solidFill>
                <a:latin typeface="Menlo"/>
                <a:ea typeface="Menlo"/>
                <a:cs typeface="Menlo"/>
              </a:defRPr>
            </a:lvl9pPr>
          </a:lstStyle>
          <a:p xmlns:a="http://schemas.openxmlformats.org/drawingml/2006/main">
            <a:pPr>
              <a:buNone/>
              <a:defRPr sz="3450" b="1">
                <a:solidFill>
                  <a:srgbClr val="0F52BA"/>
                </a:solidFill>
                <a:latin typeface="Menlo"/>
                <a:ea typeface="Menlo"/>
                <a:cs typeface="Menlo"/>
              </a:defRPr>
            </a:pPr>
            <a:r>
              <a:rPr sz="3450" b="1">
                <a:solidFill>
                  <a:srgbClr val="0F52BA"/>
                </a:solidFill>
                <a:latin typeface="Menlo"/>
                <a:ea typeface="Menlo"/>
                <a:cs typeface="Menlo"/>
              </a:rPr>
              <a:t>get_passages</a:t>
            </a:r>
          </a:p>
        </p:txBody>
      </p:sp>
      <p:sp>
        <p:nvSpPr>
          <p:cNvPr id="5" name="">
            <a:extLst xmlns:a="http://schemas.openxmlformats.org/drawingml/2006/main">
              <a:ext uri="{FF2B5EF4-FFF2-40B4-BE49-F238E27FC236}">
                <a16:creationId xmlns:a16="http://schemas.microsoft.com/office/drawing/2014/main" id="{80E7B37A-5EE9-4618-B166-D508AC52B563}"/>
              </a:ext>
            </a:extLst>
          </p:cNvPr>
          <p:cNvSpPr>
            <a:spLocks xmlns:a="http://schemas.openxmlformats.org/drawingml/2006/main" noGrp="1"/>
          </p:cNvSpPr>
          <p:nvPr/>
        </p:nvSpPr>
        <p:spPr>
          <a:xfrm xmlns:a="http://schemas.openxmlformats.org/drawingml/2006/main">
            <a:off x="609600" y="2438400"/>
            <a:ext cx="50958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문서 버전 + 문단 ID로 조회</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SQLite를 읽기 전용으로 연결</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없는 문단과 다른 스냅샷은 거절</a:t>
            </a:r>
          </a:p>
        </p:txBody>
      </p:sp>
      <p:sp>
        <p:nvSpPr>
          <p:cNvPr id="6" name="">
            <a:extLst xmlns:a="http://schemas.openxmlformats.org/drawingml/2006/main">
              <a:ext uri="{FF2B5EF4-FFF2-40B4-BE49-F238E27FC236}">
                <a16:creationId xmlns:a16="http://schemas.microsoft.com/office/drawing/2014/main" id="{E6725EC2-BCB8-4418-A4DD-FCB26A67B2AF}"/>
              </a:ext>
            </a:extLst>
          </p:cNvPr>
          <p:cNvSpPr>
            <a:spLocks xmlns:a="http://schemas.openxmlformats.org/drawingml/2006/main" noGrp="1"/>
          </p:cNvSpPr>
          <p:nvPr/>
        </p:nvSpPr>
        <p:spPr>
          <a:xfrm xmlns:a="http://schemas.openxmlformats.org/drawingml/2006/main">
            <a:off x="609600" y="4514850"/>
            <a:ext cx="50958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buNone/>
              <a:defRPr sz="2250" b="1">
                <a:solidFill>
                  <a:srgbClr val="000926"/>
                </a:solidFill>
                <a:latin typeface="Apple SD Gothic Neo"/>
                <a:ea typeface="Apple SD Gothic Neo"/>
                <a:cs typeface="Apple SD Gothic Neo"/>
              </a:defRPr>
            </a:lvl1pPr>
            <a:lvl2pPr>
              <a:buNone/>
              <a:defRPr sz="2250" b="1">
                <a:solidFill>
                  <a:srgbClr val="000926"/>
                </a:solidFill>
                <a:latin typeface="Apple SD Gothic Neo"/>
                <a:ea typeface="Apple SD Gothic Neo"/>
                <a:cs typeface="Apple SD Gothic Neo"/>
              </a:defRPr>
            </a:lvl2pPr>
            <a:lvl3pPr>
              <a:buNone/>
              <a:defRPr sz="2250" b="1">
                <a:solidFill>
                  <a:srgbClr val="000926"/>
                </a:solidFill>
                <a:latin typeface="Apple SD Gothic Neo"/>
                <a:ea typeface="Apple SD Gothic Neo"/>
                <a:cs typeface="Apple SD Gothic Neo"/>
              </a:defRPr>
            </a:lvl3pPr>
            <a:lvl4pPr>
              <a:buNone/>
              <a:defRPr sz="2250" b="1">
                <a:solidFill>
                  <a:srgbClr val="000926"/>
                </a:solidFill>
                <a:latin typeface="Apple SD Gothic Neo"/>
                <a:ea typeface="Apple SD Gothic Neo"/>
                <a:cs typeface="Apple SD Gothic Neo"/>
              </a:defRPr>
            </a:lvl4pPr>
            <a:lvl5pPr>
              <a:buNone/>
              <a:defRPr sz="2250" b="1">
                <a:solidFill>
                  <a:srgbClr val="000926"/>
                </a:solidFill>
                <a:latin typeface="Apple SD Gothic Neo"/>
                <a:ea typeface="Apple SD Gothic Neo"/>
                <a:cs typeface="Apple SD Gothic Neo"/>
              </a:defRPr>
            </a:lvl5pPr>
            <a:lvl6pPr>
              <a:buNone/>
              <a:defRPr sz="2250" b="1">
                <a:solidFill>
                  <a:srgbClr val="000926"/>
                </a:solidFill>
                <a:latin typeface="Apple SD Gothic Neo"/>
                <a:ea typeface="Apple SD Gothic Neo"/>
                <a:cs typeface="Apple SD Gothic Neo"/>
              </a:defRPr>
            </a:lvl6pPr>
            <a:lvl7pPr>
              <a:buNone/>
              <a:defRPr sz="2250" b="1">
                <a:solidFill>
                  <a:srgbClr val="000926"/>
                </a:solidFill>
                <a:latin typeface="Apple SD Gothic Neo"/>
                <a:ea typeface="Apple SD Gothic Neo"/>
                <a:cs typeface="Apple SD Gothic Neo"/>
              </a:defRPr>
            </a:lvl7pPr>
            <a:lvl8pPr>
              <a:buNone/>
              <a:defRPr sz="2250" b="1">
                <a:solidFill>
                  <a:srgbClr val="000926"/>
                </a:solidFill>
                <a:latin typeface="Apple SD Gothic Neo"/>
                <a:ea typeface="Apple SD Gothic Neo"/>
                <a:cs typeface="Apple SD Gothic Neo"/>
              </a:defRPr>
            </a:lvl8pPr>
            <a:lvl9pPr>
              <a:buNone/>
              <a:defRPr sz="2250" b="1">
                <a:solidFill>
                  <a:srgbClr val="000926"/>
                </a:solidFill>
                <a:latin typeface="Apple SD Gothic Neo"/>
                <a:ea typeface="Apple SD Gothic Neo"/>
                <a:cs typeface="Apple SD Gothic Neo"/>
              </a:defRPr>
            </a:lvl9pPr>
          </a:lstStyle>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조회 결과를 워크플로의</a:t>
            </a:r>
          </a:p>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기준 스냅샷과 다시 대조</a:t>
            </a:r>
          </a:p>
        </p:txBody>
      </p:sp>
      <p:sp>
        <p:nvSpPr>
          <p:cNvPr id="7" name="">
            <a:extLst xmlns:a="http://schemas.openxmlformats.org/drawingml/2006/main">
              <a:ext uri="{FF2B5EF4-FFF2-40B4-BE49-F238E27FC236}">
                <a16:creationId xmlns:a16="http://schemas.microsoft.com/office/drawing/2014/main" id="{EA00C68A-C06A-4714-A0DA-522EADFCE838}"/>
              </a:ext>
            </a:extLst>
          </p:cNvPr>
          <p:cNvSpPr>
            <a:spLocks xmlns:a="http://schemas.openxmlformats.org/drawingml/2006/main" noGrp="1"/>
          </p:cNvSpPr>
          <p:nvPr/>
        </p:nvSpPr>
        <p:spPr>
          <a:xfrm xmlns:a="http://schemas.openxmlformats.org/drawingml/2006/main">
            <a:off x="6000750" y="1428750"/>
            <a:ext cx="561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backend/mcp_client.py:12–13  발췌·줄바꿈</a:t>
            </a:r>
          </a:p>
        </p:txBody>
      </p:sp>
      <p:sp>
        <p:nvSpPr>
          <p:cNvPr id="8" name="">
            <a:extLst xmlns:a="http://schemas.openxmlformats.org/drawingml/2006/main">
              <a:ext uri="{FF2B5EF4-FFF2-40B4-BE49-F238E27FC236}">
                <a16:creationId xmlns:a16="http://schemas.microsoft.com/office/drawing/2014/main" id="{48B070E0-0CDF-47E3-875A-490252B3AAE9}"/>
              </a:ext>
            </a:extLst>
          </p:cNvPr>
          <p:cNvSpPr>
            <a:spLocks xmlns:a="http://schemas.openxmlformats.org/drawingml/2006/main" noGrp="1"/>
          </p:cNvSpPr>
          <p:nvPr/>
        </p:nvSpPr>
        <p:spPr>
          <a:xfrm xmlns:a="http://schemas.openxmlformats.org/drawingml/2006/main">
            <a:off x="6000750" y="2028825"/>
            <a:ext cx="5619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await session.initialize()</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result = await session.call_tool(</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"get_passages",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{"context_version": context_version,</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"passage_ids": passage_ids})</a:t>
            </a:r>
          </a:p>
        </p:txBody>
      </p:sp>
      <p:sp>
        <p:nvSpPr>
          <p:cNvPr id="9" name="">
            <a:extLst xmlns:a="http://schemas.openxmlformats.org/drawingml/2006/main">
              <a:ext uri="{FF2B5EF4-FFF2-40B4-BE49-F238E27FC236}">
                <a16:creationId xmlns:a16="http://schemas.microsoft.com/office/drawing/2014/main" id="{FF42D868-8BE1-4F03-A285-4CF0674FF0D9}"/>
              </a:ext>
            </a:extLst>
          </p:cNvPr>
          <p:cNvSpPr>
            <a:spLocks xmlns:a="http://schemas.openxmlformats.org/drawingml/2006/main" noGrp="1"/>
          </p:cNvSpPr>
          <p:nvPr/>
        </p:nvSpPr>
        <p:spPr>
          <a:xfrm xmlns:a="http://schemas.openxmlformats.org/drawingml/2006/main">
            <a:off x="6000750" y="42481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backend/mcp_server.py:24–26</a:t>
            </a:r>
          </a:p>
        </p:txBody>
      </p:sp>
      <p:sp>
        <p:nvSpPr>
          <p:cNvPr id="10" name="">
            <a:extLst xmlns:a="http://schemas.openxmlformats.org/drawingml/2006/main">
              <a:ext uri="{FF2B5EF4-FFF2-40B4-BE49-F238E27FC236}">
                <a16:creationId xmlns:a16="http://schemas.microsoft.com/office/drawing/2014/main" id="{DE364A2E-5D0E-40ED-ADD2-4FB8D1584CC8}"/>
              </a:ext>
            </a:extLst>
          </p:cNvPr>
          <p:cNvSpPr>
            <a:spLocks xmlns:a="http://schemas.openxmlformats.org/drawingml/2006/main" noGrp="1"/>
          </p:cNvSpPr>
          <p:nvPr/>
        </p:nvSpPr>
        <p:spPr>
          <a:xfrm xmlns:a="http://schemas.openxmlformats.org/drawingml/2006/main">
            <a:off x="6000750" y="4676775"/>
            <a:ext cx="5619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if any(key not in mapping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for key in passage_ids):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raise ValueError(</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"기준에 없는 문단입니다")</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return [mapping[key] for key in passage_ids]</a:t>
            </a:r>
          </a:p>
        </p:txBody>
      </p:sp>
    </p:spTree>
    <p:extLst>
      <p:ext uri="{BB962C8B-B14F-4D97-AF65-F5344CB8AC3E}">
        <p14:creationId xmlns:p14="http://schemas.microsoft.com/office/powerpoint/2010/main" val="258154149"/>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4162FA-3DB3-4678-BB9E-815FE3761A58}"/>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RAG 적용 범위와 현재 기준 전달 방식</a:t>
            </a:r>
          </a:p>
        </p:txBody>
      </p:sp>
      <p:sp>
        <p:nvSpPr>
          <p:cNvPr id="2" name="">
            <a:extLst xmlns:a="http://schemas.openxmlformats.org/drawingml/2006/main">
              <a:ext uri="{FF2B5EF4-FFF2-40B4-BE49-F238E27FC236}">
                <a16:creationId xmlns:a16="http://schemas.microsoft.com/office/drawing/2014/main" id="{265F5B30-2100-402A-A291-34B838FA78A1}"/>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6/7</a:t>
            </a:r>
          </a:p>
        </p:txBody>
      </p:sp>
      <p:sp>
        <p:nvSpPr>
          <p:cNvPr id="3" name="">
            <a:extLst xmlns:a="http://schemas.openxmlformats.org/drawingml/2006/main">
              <a:ext uri="{FF2B5EF4-FFF2-40B4-BE49-F238E27FC236}">
                <a16:creationId xmlns:a16="http://schemas.microsoft.com/office/drawing/2014/main" id="{27C65F9A-CFAB-4B25-8A61-578034E47ACC}"/>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301E2D36-7571-4CBD-859F-43F013EF053A}"/>
              </a:ext>
            </a:extLst>
          </p:cNvPr>
          <p:cNvSpPr>
            <a:spLocks xmlns:a="http://schemas.openxmlformats.org/drawingml/2006/main" noGrp="1"/>
          </p:cNvSpPr>
          <p:nvPr/>
        </p:nvSpPr>
        <p:spPr>
          <a:xfrm xmlns:a="http://schemas.openxmlformats.org/drawingml/2006/main">
            <a:off x="609600" y="13811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0F52BA"/>
                </a:solidFill>
                <a:latin typeface="Apple SD Gothic Neo"/>
                <a:ea typeface="Apple SD Gothic Neo"/>
                <a:cs typeface="Apple SD Gothic Neo"/>
              </a:defRPr>
            </a:defPPr>
            <a:lvl1pPr>
              <a:buNone/>
              <a:defRPr sz="2850" b="1">
                <a:solidFill>
                  <a:srgbClr val="0F52BA"/>
                </a:solidFill>
                <a:latin typeface="Apple SD Gothic Neo"/>
                <a:ea typeface="Apple SD Gothic Neo"/>
                <a:cs typeface="Apple SD Gothic Neo"/>
              </a:defRPr>
            </a:lvl1pPr>
            <a:lvl2pPr>
              <a:buNone/>
              <a:defRPr sz="2850" b="1">
                <a:solidFill>
                  <a:srgbClr val="0F52BA"/>
                </a:solidFill>
                <a:latin typeface="Apple SD Gothic Neo"/>
                <a:ea typeface="Apple SD Gothic Neo"/>
                <a:cs typeface="Apple SD Gothic Neo"/>
              </a:defRPr>
            </a:lvl2pPr>
            <a:lvl3pPr>
              <a:buNone/>
              <a:defRPr sz="2850" b="1">
                <a:solidFill>
                  <a:srgbClr val="0F52BA"/>
                </a:solidFill>
                <a:latin typeface="Apple SD Gothic Neo"/>
                <a:ea typeface="Apple SD Gothic Neo"/>
                <a:cs typeface="Apple SD Gothic Neo"/>
              </a:defRPr>
            </a:lvl3pPr>
            <a:lvl4pPr>
              <a:buNone/>
              <a:defRPr sz="2850" b="1">
                <a:solidFill>
                  <a:srgbClr val="0F52BA"/>
                </a:solidFill>
                <a:latin typeface="Apple SD Gothic Neo"/>
                <a:ea typeface="Apple SD Gothic Neo"/>
                <a:cs typeface="Apple SD Gothic Neo"/>
              </a:defRPr>
            </a:lvl4pPr>
            <a:lvl5pPr>
              <a:buNone/>
              <a:defRPr sz="2850" b="1">
                <a:solidFill>
                  <a:srgbClr val="0F52BA"/>
                </a:solidFill>
                <a:latin typeface="Apple SD Gothic Neo"/>
                <a:ea typeface="Apple SD Gothic Neo"/>
                <a:cs typeface="Apple SD Gothic Neo"/>
              </a:defRPr>
            </a:lvl5pPr>
            <a:lvl6pPr>
              <a:buNone/>
              <a:defRPr sz="2850" b="1">
                <a:solidFill>
                  <a:srgbClr val="0F52BA"/>
                </a:solidFill>
                <a:latin typeface="Apple SD Gothic Neo"/>
                <a:ea typeface="Apple SD Gothic Neo"/>
                <a:cs typeface="Apple SD Gothic Neo"/>
              </a:defRPr>
            </a:lvl6pPr>
            <a:lvl7pPr>
              <a:buNone/>
              <a:defRPr sz="2850" b="1">
                <a:solidFill>
                  <a:srgbClr val="0F52BA"/>
                </a:solidFill>
                <a:latin typeface="Apple SD Gothic Neo"/>
                <a:ea typeface="Apple SD Gothic Neo"/>
                <a:cs typeface="Apple SD Gothic Neo"/>
              </a:defRPr>
            </a:lvl7pPr>
            <a:lvl8pPr>
              <a:buNone/>
              <a:defRPr sz="2850" b="1">
                <a:solidFill>
                  <a:srgbClr val="0F52BA"/>
                </a:solidFill>
                <a:latin typeface="Apple SD Gothic Neo"/>
                <a:ea typeface="Apple SD Gothic Neo"/>
                <a:cs typeface="Apple SD Gothic Neo"/>
              </a:defRPr>
            </a:lvl8pPr>
            <a:lvl9pPr>
              <a:buNone/>
              <a:defRPr sz="2850" b="1">
                <a:solidFill>
                  <a:srgbClr val="0F52BA"/>
                </a:solidFill>
                <a:latin typeface="Apple SD Gothic Neo"/>
                <a:ea typeface="Apple SD Gothic Neo"/>
                <a:cs typeface="Apple SD Gothic Neo"/>
              </a:defRPr>
            </a:lvl9pPr>
          </a:lstStyle>
          <a:p xmlns:a="http://schemas.openxmlformats.org/drawingml/2006/main">
            <a:pPr>
              <a:buNone/>
              <a:defRPr sz="2850" b="1">
                <a:solidFill>
                  <a:srgbClr val="0F52BA"/>
                </a:solidFill>
                <a:latin typeface="Apple SD Gothic Neo"/>
                <a:ea typeface="Apple SD Gothic Neo"/>
                <a:cs typeface="Apple SD Gothic Neo"/>
              </a:defRPr>
            </a:pPr>
            <a:r>
              <a:rPr sz="2850" b="1">
                <a:solidFill>
                  <a:srgbClr val="0F52BA"/>
                </a:solidFill>
                <a:latin typeface="Apple SD Gothic Neo"/>
                <a:ea typeface="Apple SD Gothic Neo"/>
                <a:cs typeface="Apple SD Gothic Neo"/>
              </a:rPr>
              <a:t>이번 MVP에는 RAG를 적용하지 않음</a:t>
            </a:r>
          </a:p>
        </p:txBody>
      </p:sp>
      <p:sp>
        <p:nvSpPr>
          <p:cNvPr id="5" name="">
            <a:extLst xmlns:a="http://schemas.openxmlformats.org/drawingml/2006/main">
              <a:ext uri="{FF2B5EF4-FFF2-40B4-BE49-F238E27FC236}">
                <a16:creationId xmlns:a16="http://schemas.microsoft.com/office/drawing/2014/main" id="{AC0F2688-3836-4A36-8665-8E438ADB423F}"/>
              </a:ext>
            </a:extLst>
          </p:cNvPr>
          <p:cNvSpPr>
            <a:spLocks xmlns:a="http://schemas.openxmlformats.org/drawingml/2006/main" noGrp="1"/>
          </p:cNvSpPr>
          <p:nvPr/>
        </p:nvSpPr>
        <p:spPr>
          <a:xfrm xmlns:a="http://schemas.openxmlformats.org/drawingml/2006/main">
            <a:off x="609600" y="2333625"/>
            <a:ext cx="5334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0926"/>
                </a:solidFill>
                <a:latin typeface="Apple SD Gothic Neo"/>
                <a:ea typeface="Apple SD Gothic Neo"/>
                <a:cs typeface="Apple SD Gothic Neo"/>
              </a:defRPr>
            </a:defPPr>
            <a:lvl1pPr>
              <a:buNone/>
              <a:defRPr sz="2400" b="1">
                <a:solidFill>
                  <a:srgbClr val="000926"/>
                </a:solidFill>
                <a:latin typeface="Apple SD Gothic Neo"/>
                <a:ea typeface="Apple SD Gothic Neo"/>
                <a:cs typeface="Apple SD Gothic Neo"/>
              </a:defRPr>
            </a:lvl1pPr>
            <a:lvl2pPr>
              <a:buNone/>
              <a:defRPr sz="2400" b="1">
                <a:solidFill>
                  <a:srgbClr val="000926"/>
                </a:solidFill>
                <a:latin typeface="Apple SD Gothic Neo"/>
                <a:ea typeface="Apple SD Gothic Neo"/>
                <a:cs typeface="Apple SD Gothic Neo"/>
              </a:defRPr>
            </a:lvl2pPr>
            <a:lvl3pPr>
              <a:buNone/>
              <a:defRPr sz="2400" b="1">
                <a:solidFill>
                  <a:srgbClr val="000926"/>
                </a:solidFill>
                <a:latin typeface="Apple SD Gothic Neo"/>
                <a:ea typeface="Apple SD Gothic Neo"/>
                <a:cs typeface="Apple SD Gothic Neo"/>
              </a:defRPr>
            </a:lvl3pPr>
            <a:lvl4pPr>
              <a:buNone/>
              <a:defRPr sz="2400" b="1">
                <a:solidFill>
                  <a:srgbClr val="000926"/>
                </a:solidFill>
                <a:latin typeface="Apple SD Gothic Neo"/>
                <a:ea typeface="Apple SD Gothic Neo"/>
                <a:cs typeface="Apple SD Gothic Neo"/>
              </a:defRPr>
            </a:lvl4pPr>
            <a:lvl5pPr>
              <a:buNone/>
              <a:defRPr sz="2400" b="1">
                <a:solidFill>
                  <a:srgbClr val="000926"/>
                </a:solidFill>
                <a:latin typeface="Apple SD Gothic Neo"/>
                <a:ea typeface="Apple SD Gothic Neo"/>
                <a:cs typeface="Apple SD Gothic Neo"/>
              </a:defRPr>
            </a:lvl5pPr>
            <a:lvl6pPr>
              <a:buNone/>
              <a:defRPr sz="2400" b="1">
                <a:solidFill>
                  <a:srgbClr val="000926"/>
                </a:solidFill>
                <a:latin typeface="Apple SD Gothic Neo"/>
                <a:ea typeface="Apple SD Gothic Neo"/>
                <a:cs typeface="Apple SD Gothic Neo"/>
              </a:defRPr>
            </a:lvl6pPr>
            <a:lvl7pPr>
              <a:buNone/>
              <a:defRPr sz="2400" b="1">
                <a:solidFill>
                  <a:srgbClr val="000926"/>
                </a:solidFill>
                <a:latin typeface="Apple SD Gothic Neo"/>
                <a:ea typeface="Apple SD Gothic Neo"/>
                <a:cs typeface="Apple SD Gothic Neo"/>
              </a:defRPr>
            </a:lvl7pPr>
            <a:lvl8pPr>
              <a:buNone/>
              <a:defRPr sz="2400" b="1">
                <a:solidFill>
                  <a:srgbClr val="000926"/>
                </a:solidFill>
                <a:latin typeface="Apple SD Gothic Neo"/>
                <a:ea typeface="Apple SD Gothic Neo"/>
                <a:cs typeface="Apple SD Gothic Neo"/>
              </a:defRPr>
            </a:lvl8pPr>
            <a:lvl9pPr>
              <a:buNone/>
              <a:defRPr sz="2400" b="1">
                <a:solidFill>
                  <a:srgbClr val="000926"/>
                </a:solidFill>
                <a:latin typeface="Apple SD Gothic Neo"/>
                <a:ea typeface="Apple SD Gothic Neo"/>
                <a:cs typeface="Apple SD Gothic Neo"/>
              </a:defRPr>
            </a:lvl9pPr>
          </a:lstStyle>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입력·조건·채택 설정 등을 합쳐</a:t>
            </a:r>
          </a:p>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20,000자 이내의 기준 전체 제공</a:t>
            </a:r>
          </a:p>
        </p:txBody>
      </p:sp>
      <p:sp>
        <p:nvSpPr>
          <p:cNvPr id="6" name="">
            <a:extLst xmlns:a="http://schemas.openxmlformats.org/drawingml/2006/main">
              <a:ext uri="{FF2B5EF4-FFF2-40B4-BE49-F238E27FC236}">
                <a16:creationId xmlns:a16="http://schemas.microsoft.com/office/drawing/2014/main" id="{CA080A1C-FBB3-4E89-AAAB-1B45A557C3B2}"/>
              </a:ext>
            </a:extLst>
          </p:cNvPr>
          <p:cNvSpPr>
            <a:spLocks xmlns:a="http://schemas.openxmlformats.org/drawingml/2006/main" noGrp="1"/>
          </p:cNvSpPr>
          <p:nvPr/>
        </p:nvSpPr>
        <p:spPr>
          <a:xfrm xmlns:a="http://schemas.openxmlformats.org/drawingml/2006/main">
            <a:off x="609600" y="3905250"/>
            <a:ext cx="5334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다른 문단에 있는 예외도</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검토 맥락에 포함하기 위한 선택</a:t>
            </a:r>
          </a:p>
        </p:txBody>
      </p:sp>
      <p:sp>
        <p:nvSpPr>
          <p:cNvPr id="7" name="">
            <a:extLst xmlns:a="http://schemas.openxmlformats.org/drawingml/2006/main">
              <a:ext uri="{FF2B5EF4-FFF2-40B4-BE49-F238E27FC236}">
                <a16:creationId xmlns:a16="http://schemas.microsoft.com/office/drawing/2014/main" id="{48FD55A2-85E2-4E16-BC89-2AA73720AAD5}"/>
              </a:ext>
            </a:extLst>
          </p:cNvPr>
          <p:cNvSpPr>
            <a:spLocks xmlns:a="http://schemas.openxmlformats.org/drawingml/2006/main" noGrp="1"/>
          </p:cNvSpPr>
          <p:nvPr/>
        </p:nvSpPr>
        <p:spPr>
          <a:xfrm xmlns:a="http://schemas.openxmlformats.org/drawingml/2006/main">
            <a:off x="6238875" y="2286000"/>
            <a:ext cx="5286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backend/main.py:234–238  발췌·줄바꿈</a:t>
            </a:r>
          </a:p>
        </p:txBody>
      </p:sp>
      <p:sp>
        <p:nvSpPr>
          <p:cNvPr id="8" name="">
            <a:extLst xmlns:a="http://schemas.openxmlformats.org/drawingml/2006/main">
              <a:ext uri="{FF2B5EF4-FFF2-40B4-BE49-F238E27FC236}">
                <a16:creationId xmlns:a16="http://schemas.microsoft.com/office/drawing/2014/main" id="{DB592FDD-E502-42BE-ADF5-14F8B3C923B3}"/>
              </a:ext>
            </a:extLst>
          </p:cNvPr>
          <p:cNvSpPr>
            <a:spLocks xmlns:a="http://schemas.openxmlformats.org/drawingml/2006/main" noGrp="1"/>
          </p:cNvSpPr>
          <p:nvPr/>
        </p:nvSpPr>
        <p:spPr>
          <a:xfrm xmlns:a="http://schemas.openxmlformats.org/drawingml/2006/main">
            <a:off x="6238875" y="2857500"/>
            <a:ext cx="5381625"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context = {</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"version": new_id("context"),</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"documents": docs,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"constraints": conditions,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"unresolved_issues": copy.deepcopy(</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pending)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79F39512-2C10-4C0D-9EB9-C34B2F2907E4}"/>
              </a:ext>
            </a:extLst>
          </p:cNvPr>
          <p:cNvSpPr>
            <a:spLocks xmlns:a="http://schemas.openxmlformats.org/drawingml/2006/main" noGrp="1"/>
          </p:cNvSpPr>
          <p:nvPr/>
        </p:nvSpPr>
        <p:spPr>
          <a:xfrm xmlns:a="http://schemas.openxmlformats.org/drawingml/2006/main">
            <a:off x="609600" y="56197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F52BA"/>
                </a:solidFill>
                <a:latin typeface="Apple SD Gothic Neo"/>
                <a:ea typeface="Apple SD Gothic Neo"/>
                <a:cs typeface="Apple SD Gothic Neo"/>
              </a:defRPr>
            </a:defPPr>
            <a:lvl1pPr>
              <a:buNone/>
              <a:defRPr sz="2025" b="1">
                <a:solidFill>
                  <a:srgbClr val="0F52BA"/>
                </a:solidFill>
                <a:latin typeface="Apple SD Gothic Neo"/>
                <a:ea typeface="Apple SD Gothic Neo"/>
                <a:cs typeface="Apple SD Gothic Neo"/>
              </a:defRPr>
            </a:lvl1pPr>
            <a:lvl2pPr>
              <a:buNone/>
              <a:defRPr sz="2025" b="1">
                <a:solidFill>
                  <a:srgbClr val="0F52BA"/>
                </a:solidFill>
                <a:latin typeface="Apple SD Gothic Neo"/>
                <a:ea typeface="Apple SD Gothic Neo"/>
                <a:cs typeface="Apple SD Gothic Neo"/>
              </a:defRPr>
            </a:lvl2pPr>
            <a:lvl3pPr>
              <a:buNone/>
              <a:defRPr sz="2025" b="1">
                <a:solidFill>
                  <a:srgbClr val="0F52BA"/>
                </a:solidFill>
                <a:latin typeface="Apple SD Gothic Neo"/>
                <a:ea typeface="Apple SD Gothic Neo"/>
                <a:cs typeface="Apple SD Gothic Neo"/>
              </a:defRPr>
            </a:lvl3pPr>
            <a:lvl4pPr>
              <a:buNone/>
              <a:defRPr sz="2025" b="1">
                <a:solidFill>
                  <a:srgbClr val="0F52BA"/>
                </a:solidFill>
                <a:latin typeface="Apple SD Gothic Neo"/>
                <a:ea typeface="Apple SD Gothic Neo"/>
                <a:cs typeface="Apple SD Gothic Neo"/>
              </a:defRPr>
            </a:lvl4pPr>
            <a:lvl5pPr>
              <a:buNone/>
              <a:defRPr sz="2025" b="1">
                <a:solidFill>
                  <a:srgbClr val="0F52BA"/>
                </a:solidFill>
                <a:latin typeface="Apple SD Gothic Neo"/>
                <a:ea typeface="Apple SD Gothic Neo"/>
                <a:cs typeface="Apple SD Gothic Neo"/>
              </a:defRPr>
            </a:lvl5pPr>
            <a:lvl6pPr>
              <a:buNone/>
              <a:defRPr sz="2025" b="1">
                <a:solidFill>
                  <a:srgbClr val="0F52BA"/>
                </a:solidFill>
                <a:latin typeface="Apple SD Gothic Neo"/>
                <a:ea typeface="Apple SD Gothic Neo"/>
                <a:cs typeface="Apple SD Gothic Neo"/>
              </a:defRPr>
            </a:lvl6pPr>
            <a:lvl7pPr>
              <a:buNone/>
              <a:defRPr sz="2025" b="1">
                <a:solidFill>
                  <a:srgbClr val="0F52BA"/>
                </a:solidFill>
                <a:latin typeface="Apple SD Gothic Neo"/>
                <a:ea typeface="Apple SD Gothic Neo"/>
                <a:cs typeface="Apple SD Gothic Neo"/>
              </a:defRPr>
            </a:lvl7pPr>
            <a:lvl8pPr>
              <a:buNone/>
              <a:defRPr sz="2025" b="1">
                <a:solidFill>
                  <a:srgbClr val="0F52BA"/>
                </a:solidFill>
                <a:latin typeface="Apple SD Gothic Neo"/>
                <a:ea typeface="Apple SD Gothic Neo"/>
                <a:cs typeface="Apple SD Gothic Neo"/>
              </a:defRPr>
            </a:lvl8pPr>
            <a:lvl9pPr>
              <a:buNone/>
              <a:defRPr sz="2025" b="1">
                <a:solidFill>
                  <a:srgbClr val="0F52BA"/>
                </a:solidFill>
                <a:latin typeface="Apple SD Gothic Neo"/>
                <a:ea typeface="Apple SD Gothic Neo"/>
                <a:cs typeface="Apple SD Gothic Neo"/>
              </a:defRPr>
            </a:lvl9pPr>
          </a:lstStyle>
          <a:p xmlns:a="http://schemas.openxmlformats.org/drawingml/2006/main">
            <a:pPr>
              <a:buNone/>
              <a:defRPr sz="2025" b="1">
                <a:solidFill>
                  <a:srgbClr val="0F52BA"/>
                </a:solidFill>
                <a:latin typeface="Apple SD Gothic Neo"/>
                <a:ea typeface="Apple SD Gothic Neo"/>
                <a:cs typeface="Apple SD Gothic Neo"/>
              </a:defRPr>
            </a:pPr>
            <a:r>
              <a:rPr sz="2025" b="1">
                <a:solidFill>
                  <a:srgbClr val="0F52BA"/>
                </a:solidFill>
                <a:latin typeface="Apple SD Gothic Neo"/>
                <a:ea typeface="Apple SD Gothic Neo"/>
                <a:cs typeface="Apple SD Gothic Neo"/>
              </a:rPr>
              <a:t>긴 원고 지원 시: 문단 검색 + 관련 예외 함께 검색 + 누락 평가</a:t>
            </a:r>
          </a:p>
        </p:txBody>
      </p:sp>
    </p:spTree>
    <p:extLst>
      <p:ext uri="{BB962C8B-B14F-4D97-AF65-F5344CB8AC3E}">
        <p14:creationId xmlns:p14="http://schemas.microsoft.com/office/powerpoint/2010/main" val="761827082"/>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E3C2D7-EAC0-4503-BCF5-56C59090A506}"/>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검토 오탐 보완과 남은 한계</a:t>
            </a:r>
          </a:p>
        </p:txBody>
      </p:sp>
      <p:sp>
        <p:nvSpPr>
          <p:cNvPr id="2" name="">
            <a:extLst xmlns:a="http://schemas.openxmlformats.org/drawingml/2006/main">
              <a:ext uri="{FF2B5EF4-FFF2-40B4-BE49-F238E27FC236}">
                <a16:creationId xmlns:a16="http://schemas.microsoft.com/office/drawing/2014/main" id="{AE30B060-9211-4D9E-9A18-969402CDAF59}"/>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7/7</a:t>
            </a:r>
          </a:p>
        </p:txBody>
      </p:sp>
      <p:sp>
        <p:nvSpPr>
          <p:cNvPr id="3" name="">
            <a:extLst xmlns:a="http://schemas.openxmlformats.org/drawingml/2006/main">
              <a:ext uri="{FF2B5EF4-FFF2-40B4-BE49-F238E27FC236}">
                <a16:creationId xmlns:a16="http://schemas.microsoft.com/office/drawing/2014/main" id="{CB8B32B9-5194-4A1C-8C11-14EBFEE53AD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2637BD6-8A02-4234-86E4-4173F529A808}"/>
              </a:ext>
            </a:extLst>
          </p:cNvPr>
          <p:cNvSpPr>
            <a:spLocks xmlns:a="http://schemas.openxmlformats.org/drawingml/2006/main" noGrp="1"/>
          </p:cNvSpPr>
          <p:nvPr/>
        </p:nvSpPr>
        <p:spPr>
          <a:xfrm xmlns:a="http://schemas.openxmlformats.org/drawingml/2006/main">
            <a:off x="609600" y="141922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0F52BA"/>
                </a:solidFill>
                <a:latin typeface="Apple SD Gothic Neo"/>
                <a:ea typeface="Apple SD Gothic Neo"/>
                <a:cs typeface="Apple SD Gothic Neo"/>
              </a:defRPr>
            </a:defPPr>
            <a:lvl1pPr>
              <a:buNone/>
              <a:defRPr sz="2775" b="1">
                <a:solidFill>
                  <a:srgbClr val="0F52BA"/>
                </a:solidFill>
                <a:latin typeface="Apple SD Gothic Neo"/>
                <a:ea typeface="Apple SD Gothic Neo"/>
                <a:cs typeface="Apple SD Gothic Neo"/>
              </a:defRPr>
            </a:lvl1pPr>
            <a:lvl2pPr>
              <a:buNone/>
              <a:defRPr sz="2775" b="1">
                <a:solidFill>
                  <a:srgbClr val="0F52BA"/>
                </a:solidFill>
                <a:latin typeface="Apple SD Gothic Neo"/>
                <a:ea typeface="Apple SD Gothic Neo"/>
                <a:cs typeface="Apple SD Gothic Neo"/>
              </a:defRPr>
            </a:lvl2pPr>
            <a:lvl3pPr>
              <a:buNone/>
              <a:defRPr sz="2775" b="1">
                <a:solidFill>
                  <a:srgbClr val="0F52BA"/>
                </a:solidFill>
                <a:latin typeface="Apple SD Gothic Neo"/>
                <a:ea typeface="Apple SD Gothic Neo"/>
                <a:cs typeface="Apple SD Gothic Neo"/>
              </a:defRPr>
            </a:lvl3pPr>
            <a:lvl4pPr>
              <a:buNone/>
              <a:defRPr sz="2775" b="1">
                <a:solidFill>
                  <a:srgbClr val="0F52BA"/>
                </a:solidFill>
                <a:latin typeface="Apple SD Gothic Neo"/>
                <a:ea typeface="Apple SD Gothic Neo"/>
                <a:cs typeface="Apple SD Gothic Neo"/>
              </a:defRPr>
            </a:lvl4pPr>
            <a:lvl5pPr>
              <a:buNone/>
              <a:defRPr sz="2775" b="1">
                <a:solidFill>
                  <a:srgbClr val="0F52BA"/>
                </a:solidFill>
                <a:latin typeface="Apple SD Gothic Neo"/>
                <a:ea typeface="Apple SD Gothic Neo"/>
                <a:cs typeface="Apple SD Gothic Neo"/>
              </a:defRPr>
            </a:lvl5pPr>
            <a:lvl6pPr>
              <a:buNone/>
              <a:defRPr sz="2775" b="1">
                <a:solidFill>
                  <a:srgbClr val="0F52BA"/>
                </a:solidFill>
                <a:latin typeface="Apple SD Gothic Neo"/>
                <a:ea typeface="Apple SD Gothic Neo"/>
                <a:cs typeface="Apple SD Gothic Neo"/>
              </a:defRPr>
            </a:lvl6pPr>
            <a:lvl7pPr>
              <a:buNone/>
              <a:defRPr sz="2775" b="1">
                <a:solidFill>
                  <a:srgbClr val="0F52BA"/>
                </a:solidFill>
                <a:latin typeface="Apple SD Gothic Neo"/>
                <a:ea typeface="Apple SD Gothic Neo"/>
                <a:cs typeface="Apple SD Gothic Neo"/>
              </a:defRPr>
            </a:lvl7pPr>
            <a:lvl8pPr>
              <a:buNone/>
              <a:defRPr sz="2775" b="1">
                <a:solidFill>
                  <a:srgbClr val="0F52BA"/>
                </a:solidFill>
                <a:latin typeface="Apple SD Gothic Neo"/>
                <a:ea typeface="Apple SD Gothic Neo"/>
                <a:cs typeface="Apple SD Gothic Neo"/>
              </a:defRPr>
            </a:lvl8pPr>
            <a:lvl9pPr>
              <a:buNone/>
              <a:defRPr sz="2775" b="1">
                <a:solidFill>
                  <a:srgbClr val="0F52BA"/>
                </a:solidFill>
                <a:latin typeface="Apple SD Gothic Neo"/>
                <a:ea typeface="Apple SD Gothic Neo"/>
                <a:cs typeface="Apple SD Gothic Neo"/>
              </a:defRPr>
            </a:lvl9pPr>
          </a:lstStyle>
          <a:p xmlns:a="http://schemas.openxmlformats.org/drawingml/2006/main">
            <a:pPr>
              <a:buNone/>
              <a:defRPr sz="2775" b="1">
                <a:solidFill>
                  <a:srgbClr val="0F52BA"/>
                </a:solidFill>
                <a:latin typeface="Apple SD Gothic Neo"/>
                <a:ea typeface="Apple SD Gothic Neo"/>
                <a:cs typeface="Apple SD Gothic Neo"/>
              </a:defRPr>
            </a:pPr>
            <a:r>
              <a:rPr sz="2775" b="1">
                <a:solidFill>
                  <a:srgbClr val="0F52BA"/>
                </a:solidFill>
                <a:latin typeface="Apple SD Gothic Neo"/>
                <a:ea typeface="Apple SD Gothic Neo"/>
                <a:cs typeface="Apple SD Gothic Neo"/>
              </a:rPr>
              <a:t>일반 후보 목록과 특정 회차의 예외를 구분</a:t>
            </a:r>
          </a:p>
        </p:txBody>
      </p:sp>
      <p:sp>
        <p:nvSpPr>
          <p:cNvPr id="5" name="">
            <a:extLst xmlns:a="http://schemas.openxmlformats.org/drawingml/2006/main">
              <a:ext uri="{FF2B5EF4-FFF2-40B4-BE49-F238E27FC236}">
                <a16:creationId xmlns:a16="http://schemas.microsoft.com/office/drawing/2014/main" id="{700898C0-7A2E-41BF-80C8-05EFF90B7CD2}"/>
              </a:ext>
            </a:extLst>
          </p:cNvPr>
          <p:cNvSpPr>
            <a:spLocks xmlns:a="http://schemas.openxmlformats.org/drawingml/2006/main" noGrp="1"/>
          </p:cNvSpPr>
          <p:nvPr/>
        </p:nvSpPr>
        <p:spPr>
          <a:xfrm xmlns:a="http://schemas.openxmlformats.org/drawingml/2006/main">
            <a:off x="609600" y="24479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Menlo"/>
                <a:ea typeface="Menlo"/>
                <a:cs typeface="Menlo"/>
              </a:defRPr>
            </a:defPPr>
            <a:lvl1pPr>
              <a:buNone/>
              <a:defRPr sz="1725" b="0">
                <a:solidFill>
                  <a:srgbClr val="526A84"/>
                </a:solidFill>
                <a:latin typeface="Menlo"/>
                <a:ea typeface="Menlo"/>
                <a:cs typeface="Menlo"/>
              </a:defRPr>
            </a:lvl1pPr>
            <a:lvl2pPr>
              <a:buNone/>
              <a:defRPr sz="1725" b="0">
                <a:solidFill>
                  <a:srgbClr val="526A84"/>
                </a:solidFill>
                <a:latin typeface="Menlo"/>
                <a:ea typeface="Menlo"/>
                <a:cs typeface="Menlo"/>
              </a:defRPr>
            </a:lvl2pPr>
            <a:lvl3pPr>
              <a:buNone/>
              <a:defRPr sz="1725" b="0">
                <a:solidFill>
                  <a:srgbClr val="526A84"/>
                </a:solidFill>
                <a:latin typeface="Menlo"/>
                <a:ea typeface="Menlo"/>
                <a:cs typeface="Menlo"/>
              </a:defRPr>
            </a:lvl3pPr>
            <a:lvl4pPr>
              <a:buNone/>
              <a:defRPr sz="1725" b="0">
                <a:solidFill>
                  <a:srgbClr val="526A84"/>
                </a:solidFill>
                <a:latin typeface="Menlo"/>
                <a:ea typeface="Menlo"/>
                <a:cs typeface="Menlo"/>
              </a:defRPr>
            </a:lvl4pPr>
            <a:lvl5pPr>
              <a:buNone/>
              <a:defRPr sz="1725" b="0">
                <a:solidFill>
                  <a:srgbClr val="526A84"/>
                </a:solidFill>
                <a:latin typeface="Menlo"/>
                <a:ea typeface="Menlo"/>
                <a:cs typeface="Menlo"/>
              </a:defRPr>
            </a:lvl5pPr>
            <a:lvl6pPr>
              <a:buNone/>
              <a:defRPr sz="1725" b="0">
                <a:solidFill>
                  <a:srgbClr val="526A84"/>
                </a:solidFill>
                <a:latin typeface="Menlo"/>
                <a:ea typeface="Menlo"/>
                <a:cs typeface="Menlo"/>
              </a:defRPr>
            </a:lvl6pPr>
            <a:lvl7pPr>
              <a:buNone/>
              <a:defRPr sz="1725" b="0">
                <a:solidFill>
                  <a:srgbClr val="526A84"/>
                </a:solidFill>
                <a:latin typeface="Menlo"/>
                <a:ea typeface="Menlo"/>
                <a:cs typeface="Menlo"/>
              </a:defRPr>
            </a:lvl7pPr>
            <a:lvl8pPr>
              <a:buNone/>
              <a:defRPr sz="1725" b="0">
                <a:solidFill>
                  <a:srgbClr val="526A84"/>
                </a:solidFill>
                <a:latin typeface="Menlo"/>
                <a:ea typeface="Menlo"/>
                <a:cs typeface="Menlo"/>
              </a:defRPr>
            </a:lvl8pPr>
            <a:lvl9pPr>
              <a:buNone/>
              <a:defRPr sz="1725" b="0">
                <a:solidFill>
                  <a:srgbClr val="526A84"/>
                </a:solidFill>
                <a:latin typeface="Menlo"/>
                <a:ea typeface="Menlo"/>
                <a:cs typeface="Menlo"/>
              </a:defRPr>
            </a:lvl9pPr>
          </a:lstStyle>
          <a:p xmlns:a="http://schemas.openxmlformats.org/drawingml/2006/main">
            <a:pPr>
              <a:buNone/>
              <a:defRPr sz="1725" b="0">
                <a:solidFill>
                  <a:srgbClr val="526A84"/>
                </a:solidFill>
                <a:latin typeface="Menlo"/>
                <a:ea typeface="Menlo"/>
                <a:cs typeface="Menlo"/>
              </a:defRPr>
            </a:pPr>
            <a:r>
              <a:rPr sz="1725" b="0">
                <a:solidFill>
                  <a:srgbClr val="526A84"/>
                </a:solidFill>
                <a:latin typeface="Menlo"/>
                <a:ea typeface="Menlo"/>
                <a:cs typeface="Menlo"/>
              </a:rPr>
              <a:t>backend/provider.py  REVIEW_SCOPE_RULES</a:t>
            </a:r>
          </a:p>
        </p:txBody>
      </p:sp>
      <p:sp>
        <p:nvSpPr>
          <p:cNvPr id="6" name="">
            <a:extLst xmlns:a="http://schemas.openxmlformats.org/drawingml/2006/main">
              <a:ext uri="{FF2B5EF4-FFF2-40B4-BE49-F238E27FC236}">
                <a16:creationId xmlns:a16="http://schemas.microsoft.com/office/drawing/2014/main" id="{5B4083A4-D436-42F8-AB12-375A9D7C8E45}"/>
              </a:ext>
            </a:extLst>
          </p:cNvPr>
          <p:cNvSpPr>
            <a:spLocks xmlns:a="http://schemas.openxmlformats.org/drawingml/2006/main" noGrp="1"/>
          </p:cNvSpPr>
          <p:nvPr/>
        </p:nvSpPr>
        <p:spPr>
          <a:xfrm xmlns:a="http://schemas.openxmlformats.org/drawingml/2006/main">
            <a:off x="609600" y="3067050"/>
            <a:ext cx="10858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000926"/>
                </a:solidFill>
                <a:latin typeface="Apple SD Gothic Neo"/>
                <a:ea typeface="Apple SD Gothic Neo"/>
                <a:cs typeface="Apple SD Gothic Neo"/>
              </a:defRPr>
            </a:defPPr>
            <a:lvl1pPr>
              <a:buNone/>
              <a:defRPr sz="2550" b="1">
                <a:solidFill>
                  <a:srgbClr val="000926"/>
                </a:solidFill>
                <a:latin typeface="Apple SD Gothic Neo"/>
                <a:ea typeface="Apple SD Gothic Neo"/>
                <a:cs typeface="Apple SD Gothic Neo"/>
              </a:defRPr>
            </a:lvl1pPr>
            <a:lvl2pPr>
              <a:buNone/>
              <a:defRPr sz="2550" b="1">
                <a:solidFill>
                  <a:srgbClr val="000926"/>
                </a:solidFill>
                <a:latin typeface="Apple SD Gothic Neo"/>
                <a:ea typeface="Apple SD Gothic Neo"/>
                <a:cs typeface="Apple SD Gothic Neo"/>
              </a:defRPr>
            </a:lvl2pPr>
            <a:lvl3pPr>
              <a:buNone/>
              <a:defRPr sz="2550" b="1">
                <a:solidFill>
                  <a:srgbClr val="000926"/>
                </a:solidFill>
                <a:latin typeface="Apple SD Gothic Neo"/>
                <a:ea typeface="Apple SD Gothic Neo"/>
                <a:cs typeface="Apple SD Gothic Neo"/>
              </a:defRPr>
            </a:lvl3pPr>
            <a:lvl4pPr>
              <a:buNone/>
              <a:defRPr sz="2550" b="1">
                <a:solidFill>
                  <a:srgbClr val="000926"/>
                </a:solidFill>
                <a:latin typeface="Apple SD Gothic Neo"/>
                <a:ea typeface="Apple SD Gothic Neo"/>
                <a:cs typeface="Apple SD Gothic Neo"/>
              </a:defRPr>
            </a:lvl4pPr>
            <a:lvl5pPr>
              <a:buNone/>
              <a:defRPr sz="2550" b="1">
                <a:solidFill>
                  <a:srgbClr val="000926"/>
                </a:solidFill>
                <a:latin typeface="Apple SD Gothic Neo"/>
                <a:ea typeface="Apple SD Gothic Neo"/>
                <a:cs typeface="Apple SD Gothic Neo"/>
              </a:defRPr>
            </a:lvl5pPr>
            <a:lvl6pPr>
              <a:buNone/>
              <a:defRPr sz="2550" b="1">
                <a:solidFill>
                  <a:srgbClr val="000926"/>
                </a:solidFill>
                <a:latin typeface="Apple SD Gothic Neo"/>
                <a:ea typeface="Apple SD Gothic Neo"/>
                <a:cs typeface="Apple SD Gothic Neo"/>
              </a:defRPr>
            </a:lvl6pPr>
            <a:lvl7pPr>
              <a:buNone/>
              <a:defRPr sz="2550" b="1">
                <a:solidFill>
                  <a:srgbClr val="000926"/>
                </a:solidFill>
                <a:latin typeface="Apple SD Gothic Neo"/>
                <a:ea typeface="Apple SD Gothic Neo"/>
                <a:cs typeface="Apple SD Gothic Neo"/>
              </a:defRPr>
            </a:lvl7pPr>
            <a:lvl8pPr>
              <a:buNone/>
              <a:defRPr sz="2550" b="1">
                <a:solidFill>
                  <a:srgbClr val="000926"/>
                </a:solidFill>
                <a:latin typeface="Apple SD Gothic Neo"/>
                <a:ea typeface="Apple SD Gothic Neo"/>
                <a:cs typeface="Apple SD Gothic Neo"/>
              </a:defRPr>
            </a:lvl8pPr>
            <a:lvl9pPr>
              <a:buNone/>
              <a:defRPr sz="2550" b="1">
                <a:solidFill>
                  <a:srgbClr val="000926"/>
                </a:solidFill>
                <a:latin typeface="Apple SD Gothic Neo"/>
                <a:ea typeface="Apple SD Gothic Neo"/>
                <a:cs typeface="Apple SD Gothic Neo"/>
              </a:defRPr>
            </a:lvl9pPr>
          </a:lstStyle>
          <a:p xmlns:a="http://schemas.openxmlformats.org/drawingml/2006/main">
            <a:pPr>
              <a:buNone/>
              <a:defRPr sz="2550" b="1">
                <a:solidFill>
                  <a:srgbClr val="000926"/>
                </a:solidFill>
                <a:latin typeface="Apple SD Gothic Neo"/>
                <a:ea typeface="Apple SD Gothic Neo"/>
                <a:cs typeface="Apple SD Gothic Neo"/>
              </a:defRPr>
            </a:pPr>
            <a:r>
              <a:rPr sz="2550" b="1">
                <a:solidFill>
                  <a:srgbClr val="000926"/>
                </a:solidFill>
                <a:latin typeface="Apple SD Gothic Neo"/>
                <a:ea typeface="Apple SD Gothic Neo"/>
                <a:cs typeface="Apple SD Gothic Neo"/>
              </a:rPr>
              <a:t>먼저 각 주장의 대상, 회차/경로, 시점, 발생 조건,</a:t>
            </a:r>
          </a:p>
          <a:p xmlns:a="http://schemas.openxmlformats.org/drawingml/2006/main">
            <a:pPr>
              <a:buNone/>
              <a:defRPr sz="2550" b="1">
                <a:solidFill>
                  <a:srgbClr val="000926"/>
                </a:solidFill>
                <a:latin typeface="Apple SD Gothic Neo"/>
                <a:ea typeface="Apple SD Gothic Neo"/>
                <a:cs typeface="Apple SD Gothic Neo"/>
              </a:defRPr>
            </a:pPr>
            <a:r>
              <a:rPr sz="2550" b="1">
                <a:solidFill>
                  <a:srgbClr val="000926"/>
                </a:solidFill>
                <a:latin typeface="Apple SD Gothic Neo"/>
                <a:ea typeface="Apple SD Gothic Neo"/>
                <a:cs typeface="Apple SD Gothic Neo"/>
              </a:rPr>
              <a:t>확정 사건인지 후보/가능성인지 구분한다.</a:t>
            </a:r>
          </a:p>
        </p:txBody>
      </p:sp>
      <p:sp>
        <p:nvSpPr>
          <p:cNvPr id="7" name="">
            <a:extLst xmlns:a="http://schemas.openxmlformats.org/drawingml/2006/main">
              <a:ext uri="{FF2B5EF4-FFF2-40B4-BE49-F238E27FC236}">
                <a16:creationId xmlns:a16="http://schemas.microsoft.com/office/drawing/2014/main" id="{7F6B1D69-E421-4F1A-B749-168D9B7463C5}"/>
              </a:ext>
            </a:extLst>
          </p:cNvPr>
          <p:cNvSpPr>
            <a:spLocks xmlns:a="http://schemas.openxmlformats.org/drawingml/2006/main" noGrp="1"/>
          </p:cNvSpPr>
          <p:nvPr/>
        </p:nvSpPr>
        <p:spPr>
          <a:xfrm xmlns:a="http://schemas.openxmlformats.org/drawingml/2006/main">
            <a:off x="609600" y="4552950"/>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정상 예외는 허용하고, 같은 회차의 실제 위반은 지적</a:t>
            </a:r>
          </a:p>
        </p:txBody>
      </p:sp>
      <p:sp>
        <p:nvSpPr>
          <p:cNvPr id="8" name="">
            <a:extLst xmlns:a="http://schemas.openxmlformats.org/drawingml/2006/main">
              <a:ext uri="{FF2B5EF4-FFF2-40B4-BE49-F238E27FC236}">
                <a16:creationId xmlns:a16="http://schemas.microsoft.com/office/drawing/2014/main" id="{376737C0-75EF-4F5D-8CB4-879B7B73A113}"/>
              </a:ext>
            </a:extLst>
          </p:cNvPr>
          <p:cNvSpPr>
            <a:spLocks xmlns:a="http://schemas.openxmlformats.org/drawingml/2006/main" noGrp="1"/>
          </p:cNvSpPr>
          <p:nvPr/>
        </p:nvSpPr>
        <p:spPr>
          <a:xfrm xmlns:a="http://schemas.openxmlformats.org/drawingml/2006/main">
            <a:off x="609600" y="552450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526A84"/>
                </a:solidFill>
                <a:latin typeface="Apple SD Gothic Neo"/>
                <a:ea typeface="Apple SD Gothic Neo"/>
                <a:cs typeface="Apple SD Gothic Neo"/>
              </a:defRPr>
            </a:defPPr>
            <a:lvl1pPr>
              <a:buNone/>
              <a:defRPr sz="2025" b="0">
                <a:solidFill>
                  <a:srgbClr val="526A84"/>
                </a:solidFill>
                <a:latin typeface="Apple SD Gothic Neo"/>
                <a:ea typeface="Apple SD Gothic Neo"/>
                <a:cs typeface="Apple SD Gothic Neo"/>
              </a:defRPr>
            </a:lvl1pPr>
            <a:lvl2pPr>
              <a:buNone/>
              <a:defRPr sz="2025" b="0">
                <a:solidFill>
                  <a:srgbClr val="526A84"/>
                </a:solidFill>
                <a:latin typeface="Apple SD Gothic Neo"/>
                <a:ea typeface="Apple SD Gothic Neo"/>
                <a:cs typeface="Apple SD Gothic Neo"/>
              </a:defRPr>
            </a:lvl2pPr>
            <a:lvl3pPr>
              <a:buNone/>
              <a:defRPr sz="2025" b="0">
                <a:solidFill>
                  <a:srgbClr val="526A84"/>
                </a:solidFill>
                <a:latin typeface="Apple SD Gothic Neo"/>
                <a:ea typeface="Apple SD Gothic Neo"/>
                <a:cs typeface="Apple SD Gothic Neo"/>
              </a:defRPr>
            </a:lvl3pPr>
            <a:lvl4pPr>
              <a:buNone/>
              <a:defRPr sz="2025" b="0">
                <a:solidFill>
                  <a:srgbClr val="526A84"/>
                </a:solidFill>
                <a:latin typeface="Apple SD Gothic Neo"/>
                <a:ea typeface="Apple SD Gothic Neo"/>
                <a:cs typeface="Apple SD Gothic Neo"/>
              </a:defRPr>
            </a:lvl4pPr>
            <a:lvl5pPr>
              <a:buNone/>
              <a:defRPr sz="2025" b="0">
                <a:solidFill>
                  <a:srgbClr val="526A84"/>
                </a:solidFill>
                <a:latin typeface="Apple SD Gothic Neo"/>
                <a:ea typeface="Apple SD Gothic Neo"/>
                <a:cs typeface="Apple SD Gothic Neo"/>
              </a:defRPr>
            </a:lvl5pPr>
            <a:lvl6pPr>
              <a:buNone/>
              <a:defRPr sz="2025" b="0">
                <a:solidFill>
                  <a:srgbClr val="526A84"/>
                </a:solidFill>
                <a:latin typeface="Apple SD Gothic Neo"/>
                <a:ea typeface="Apple SD Gothic Neo"/>
                <a:cs typeface="Apple SD Gothic Neo"/>
              </a:defRPr>
            </a:lvl6pPr>
            <a:lvl7pPr>
              <a:buNone/>
              <a:defRPr sz="2025" b="0">
                <a:solidFill>
                  <a:srgbClr val="526A84"/>
                </a:solidFill>
                <a:latin typeface="Apple SD Gothic Neo"/>
                <a:ea typeface="Apple SD Gothic Neo"/>
                <a:cs typeface="Apple SD Gothic Neo"/>
              </a:defRPr>
            </a:lvl7pPr>
            <a:lvl8pPr>
              <a:buNone/>
              <a:defRPr sz="2025" b="0">
                <a:solidFill>
                  <a:srgbClr val="526A84"/>
                </a:solidFill>
                <a:latin typeface="Apple SD Gothic Neo"/>
                <a:ea typeface="Apple SD Gothic Neo"/>
                <a:cs typeface="Apple SD Gothic Neo"/>
              </a:defRPr>
            </a:lvl8pPr>
            <a:lvl9pPr>
              <a:buNone/>
              <a:defRPr sz="2025" b="0">
                <a:solidFill>
                  <a:srgbClr val="526A84"/>
                </a:solidFill>
                <a:latin typeface="Apple SD Gothic Neo"/>
                <a:ea typeface="Apple SD Gothic Neo"/>
                <a:cs typeface="Apple SD Gothic Neo"/>
              </a:defRPr>
            </a:lvl9pPr>
          </a:lstStyle>
          <a:p xmlns:a="http://schemas.openxmlformats.org/drawingml/2006/main">
            <a:pPr>
              <a:buNone/>
              <a:defRPr sz="2025" b="0">
                <a:solidFill>
                  <a:srgbClr val="526A84"/>
                </a:solidFill>
                <a:latin typeface="Apple SD Gothic Neo"/>
                <a:ea typeface="Apple SD Gothic Neo"/>
                <a:cs typeface="Apple SD Gothic Neo"/>
              </a:defRPr>
            </a:pPr>
            <a:r>
              <a:rPr sz="2025" b="0">
                <a:solidFill>
                  <a:srgbClr val="526A84"/>
                </a:solidFill>
                <a:latin typeface="Apple SD Gothic Neo"/>
                <a:ea typeface="Apple SD Gothic Neo"/>
                <a:cs typeface="Apple SD Gothic Neo"/>
              </a:rPr>
              <a:t>지적 0건도 정확성 보증은 아님. 원문 근거와 함께 최종 판단.</a:t>
            </a:r>
          </a:p>
        </p:txBody>
      </p:sp>
    </p:spTree>
    <p:extLst>
      <p:ext uri="{BB962C8B-B14F-4D97-AF65-F5344CB8AC3E}">
        <p14:creationId xmlns:p14="http://schemas.microsoft.com/office/powerpoint/2010/main" val="19662491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2026-10-22T00:00:59.9490000Z</dcterms:created>
  <dcterms:modified xsi:type="dcterms:W3CDTF">2026-10-22T00:00:59.9490000Z</dcterms:modified>
</coreProperties>
</file>